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69" r:id="rId9"/>
    <p:sldId id="277" r:id="rId10"/>
    <p:sldId id="271" r:id="rId11"/>
    <p:sldId id="263" r:id="rId12"/>
    <p:sldId id="264" r:id="rId13"/>
    <p:sldId id="265" r:id="rId14"/>
    <p:sldId id="280" r:id="rId15"/>
    <p:sldId id="272" r:id="rId16"/>
    <p:sldId id="273" r:id="rId17"/>
    <p:sldId id="279" r:id="rId18"/>
    <p:sldId id="266" r:id="rId19"/>
    <p:sldId id="267" r:id="rId20"/>
    <p:sldId id="275" r:id="rId21"/>
    <p:sldId id="268" r:id="rId22"/>
    <p:sldId id="278" r:id="rId23"/>
    <p:sldId id="270" r:id="rId2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38CF"/>
    <a:srgbClr val="F216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38C656-4C82-68E1-A6B8-069FD197EB2A}" v="15" dt="2026-04-22T12:41:36.441"/>
    <p1510:client id="{58B157CE-C7EA-DBB6-D38B-910EFEE23E62}" v="177" dt="2026-04-21T10:58:56.574"/>
    <p1510:client id="{7988AAF8-581E-4309-E24D-E6F400315CCC}" v="2" dt="2026-04-21T16:56:13.672"/>
    <p1510:client id="{867784C8-1FEF-0F18-F4FB-ABC9400E68BA}" v="6" dt="2026-04-22T14:17:34.075"/>
    <p1510:client id="{AF874EA7-22D8-17F1-D157-1E55F5C372C6}" v="59" dt="2026-04-21T10:44:46.6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D5008C-AEEE-49CB-AFBE-632D19FF7660}" type="doc">
      <dgm:prSet loTypeId="urn:microsoft.com/office/officeart/2005/8/layout/hierarchy1" loCatId="hierarchy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1097F13-E2BA-493D-9672-7B062E3579CD}">
      <dgm:prSet/>
      <dgm:spPr/>
      <dgm:t>
        <a:bodyPr/>
        <a:lstStyle/>
        <a:p>
          <a:pPr algn="ctr" rtl="0">
            <a:lnSpc>
              <a:spcPct val="90000"/>
            </a:lnSpc>
          </a:pPr>
          <a:r>
            <a:rPr lang="hu-HU" sz="3400" b="1" i="0" noProof="1">
              <a:latin typeface="Aptos Narrow"/>
              <a:ea typeface="+mn-ea"/>
              <a:cs typeface="+mn-cs"/>
            </a:rPr>
            <a:t>Jójárt Mátyás </a:t>
          </a:r>
          <a:r>
            <a:rPr lang="hu-HU" sz="3400" b="0" i="0" noProof="1">
              <a:latin typeface="Aptos Narrow"/>
              <a:ea typeface="+mn-ea"/>
              <a:cs typeface="+mn-cs"/>
            </a:rPr>
            <a:t>Adatbázis, admin-és moderátor fül, regisztráció-és bejelentkezés</a:t>
          </a:r>
          <a:endParaRPr lang="hu-HU" sz="3400">
            <a:latin typeface="Aptos Narrow"/>
            <a:ea typeface="+mn-ea"/>
            <a:cs typeface="+mn-cs"/>
          </a:endParaRPr>
        </a:p>
      </dgm:t>
    </dgm:pt>
    <dgm:pt modelId="{CE2D76F2-A896-4376-9160-FC1A6AAF21C0}" type="parTrans" cxnId="{8A5A96DF-A92B-4D5F-A447-CF775A930539}">
      <dgm:prSet/>
      <dgm:spPr/>
      <dgm:t>
        <a:bodyPr/>
        <a:lstStyle/>
        <a:p>
          <a:endParaRPr lang="en-US"/>
        </a:p>
      </dgm:t>
    </dgm:pt>
    <dgm:pt modelId="{DF566A14-5667-47A5-8469-F19F432D6C14}" type="sibTrans" cxnId="{8A5A96DF-A92B-4D5F-A447-CF775A930539}">
      <dgm:prSet/>
      <dgm:spPr/>
      <dgm:t>
        <a:bodyPr/>
        <a:lstStyle/>
        <a:p>
          <a:endParaRPr lang="en-US"/>
        </a:p>
      </dgm:t>
    </dgm:pt>
    <dgm:pt modelId="{70475513-95B2-4F15-AC1F-B59C0AC654B2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hu-HU" sz="3400" b="1" i="0" noProof="1">
              <a:latin typeface="Aptos Narrow"/>
              <a:ea typeface="Calibri"/>
              <a:cs typeface="Calibri"/>
            </a:rPr>
            <a:t>Gyenes Béla</a:t>
          </a:r>
          <a:br>
            <a:rPr lang="hu-HU" sz="3400" b="0" i="0" noProof="1">
              <a:latin typeface="Aptos Narrow"/>
              <a:ea typeface="Calibri"/>
              <a:cs typeface="Calibri"/>
            </a:rPr>
          </a:br>
          <a:r>
            <a:rPr lang="hu-HU" sz="3400" b="0" i="0" noProof="1">
              <a:latin typeface="Aptos Narrow"/>
              <a:ea typeface="Calibri"/>
              <a:cs typeface="Calibri"/>
            </a:rPr>
            <a:t>Fordítás, előfizetés, API összeköttetések, tesztelés</a:t>
          </a:r>
          <a:endParaRPr lang="hu-HU" sz="3400" b="1" i="0" noProof="1">
            <a:latin typeface="Aptos Narrow"/>
            <a:ea typeface="+mn-ea"/>
            <a:cs typeface="+mn-cs"/>
          </a:endParaRPr>
        </a:p>
      </dgm:t>
    </dgm:pt>
    <dgm:pt modelId="{5FE086F2-F61F-40F6-AF67-5D6DC4D5F835}" type="parTrans" cxnId="{02701403-2018-4C8D-8EDE-CB3D579E8CE2}">
      <dgm:prSet/>
      <dgm:spPr/>
    </dgm:pt>
    <dgm:pt modelId="{23892766-48A4-474D-A4D4-278F1F7BBF14}" type="sibTrans" cxnId="{02701403-2018-4C8D-8EDE-CB3D579E8CE2}">
      <dgm:prSet/>
      <dgm:spPr/>
    </dgm:pt>
    <dgm:pt modelId="{B1FDAE72-27AB-4F4E-A852-2FF7511C8BFB}" type="pres">
      <dgm:prSet presAssocID="{4FD5008C-AEEE-49CB-AFBE-632D19FF766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C72D253-60EC-48A9-BA14-9D5039473994}" type="pres">
      <dgm:prSet presAssocID="{70475513-95B2-4F15-AC1F-B59C0AC654B2}" presName="hierRoot1" presStyleCnt="0"/>
      <dgm:spPr/>
    </dgm:pt>
    <dgm:pt modelId="{10386A92-7496-4D3D-9CD9-CD8B1F97E582}" type="pres">
      <dgm:prSet presAssocID="{70475513-95B2-4F15-AC1F-B59C0AC654B2}" presName="composite" presStyleCnt="0"/>
      <dgm:spPr/>
    </dgm:pt>
    <dgm:pt modelId="{45C3E8BF-0BC2-440D-80D9-40C792A7547D}" type="pres">
      <dgm:prSet presAssocID="{70475513-95B2-4F15-AC1F-B59C0AC654B2}" presName="background" presStyleLbl="node0" presStyleIdx="0" presStyleCnt="2"/>
      <dgm:spPr/>
    </dgm:pt>
    <dgm:pt modelId="{B05A6729-FF09-4230-A8F4-57E3CFE20E53}" type="pres">
      <dgm:prSet presAssocID="{70475513-95B2-4F15-AC1F-B59C0AC654B2}" presName="text" presStyleLbl="fgAcc0" presStyleIdx="0" presStyleCnt="2">
        <dgm:presLayoutVars>
          <dgm:chPref val="3"/>
        </dgm:presLayoutVars>
      </dgm:prSet>
      <dgm:spPr/>
    </dgm:pt>
    <dgm:pt modelId="{3B790D19-DF94-4F91-B1F9-72F38243CF97}" type="pres">
      <dgm:prSet presAssocID="{70475513-95B2-4F15-AC1F-B59C0AC654B2}" presName="hierChild2" presStyleCnt="0"/>
      <dgm:spPr/>
    </dgm:pt>
    <dgm:pt modelId="{F71FCAC9-D8F6-40BE-8039-324A7097B236}" type="pres">
      <dgm:prSet presAssocID="{31097F13-E2BA-493D-9672-7B062E3579CD}" presName="hierRoot1" presStyleCnt="0"/>
      <dgm:spPr/>
    </dgm:pt>
    <dgm:pt modelId="{ADEEA6DF-9C78-4D47-A607-5A94B0F7869B}" type="pres">
      <dgm:prSet presAssocID="{31097F13-E2BA-493D-9672-7B062E3579CD}" presName="composite" presStyleCnt="0"/>
      <dgm:spPr/>
    </dgm:pt>
    <dgm:pt modelId="{B0FEC7FA-4064-44B9-A7CA-74262225DEAC}" type="pres">
      <dgm:prSet presAssocID="{31097F13-E2BA-493D-9672-7B062E3579CD}" presName="background" presStyleLbl="node0" presStyleIdx="1" presStyleCnt="2"/>
      <dgm:spPr/>
    </dgm:pt>
    <dgm:pt modelId="{4B1000FC-8B2C-4860-80F0-66689F0CBEA7}" type="pres">
      <dgm:prSet presAssocID="{31097F13-E2BA-493D-9672-7B062E3579CD}" presName="text" presStyleLbl="fgAcc0" presStyleIdx="1" presStyleCnt="2">
        <dgm:presLayoutVars>
          <dgm:chPref val="3"/>
        </dgm:presLayoutVars>
      </dgm:prSet>
      <dgm:spPr/>
    </dgm:pt>
    <dgm:pt modelId="{71AC7362-6F77-4D9F-BFB2-EFC58EF7A9FD}" type="pres">
      <dgm:prSet presAssocID="{31097F13-E2BA-493D-9672-7B062E3579CD}" presName="hierChild2" presStyleCnt="0"/>
      <dgm:spPr/>
    </dgm:pt>
  </dgm:ptLst>
  <dgm:cxnLst>
    <dgm:cxn modelId="{02701403-2018-4C8D-8EDE-CB3D579E8CE2}" srcId="{4FD5008C-AEEE-49CB-AFBE-632D19FF7660}" destId="{70475513-95B2-4F15-AC1F-B59C0AC654B2}" srcOrd="0" destOrd="0" parTransId="{5FE086F2-F61F-40F6-AF67-5D6DC4D5F835}" sibTransId="{23892766-48A4-474D-A4D4-278F1F7BBF14}"/>
    <dgm:cxn modelId="{4D15A030-24E0-4FC0-8959-C9C483574F26}" type="presOf" srcId="{4FD5008C-AEEE-49CB-AFBE-632D19FF7660}" destId="{B1FDAE72-27AB-4F4E-A852-2FF7511C8BFB}" srcOrd="0" destOrd="0" presId="urn:microsoft.com/office/officeart/2005/8/layout/hierarchy1"/>
    <dgm:cxn modelId="{82127DA0-C9EB-45E2-B8CF-6594067301F9}" type="presOf" srcId="{70475513-95B2-4F15-AC1F-B59C0AC654B2}" destId="{B05A6729-FF09-4230-A8F4-57E3CFE20E53}" srcOrd="0" destOrd="0" presId="urn:microsoft.com/office/officeart/2005/8/layout/hierarchy1"/>
    <dgm:cxn modelId="{A53C5CC2-34C3-40E7-BDDC-B8AD924EA538}" type="presOf" srcId="{31097F13-E2BA-493D-9672-7B062E3579CD}" destId="{4B1000FC-8B2C-4860-80F0-66689F0CBEA7}" srcOrd="0" destOrd="0" presId="urn:microsoft.com/office/officeart/2005/8/layout/hierarchy1"/>
    <dgm:cxn modelId="{8A5A96DF-A92B-4D5F-A447-CF775A930539}" srcId="{4FD5008C-AEEE-49CB-AFBE-632D19FF7660}" destId="{31097F13-E2BA-493D-9672-7B062E3579CD}" srcOrd="1" destOrd="0" parTransId="{CE2D76F2-A896-4376-9160-FC1A6AAF21C0}" sibTransId="{DF566A14-5667-47A5-8469-F19F432D6C14}"/>
    <dgm:cxn modelId="{2CA824DB-5488-41B2-ADC9-ED63C95FC43C}" type="presParOf" srcId="{B1FDAE72-27AB-4F4E-A852-2FF7511C8BFB}" destId="{5C72D253-60EC-48A9-BA14-9D5039473994}" srcOrd="0" destOrd="0" presId="urn:microsoft.com/office/officeart/2005/8/layout/hierarchy1"/>
    <dgm:cxn modelId="{B363E480-2395-406C-BA52-0B03463E5096}" type="presParOf" srcId="{5C72D253-60EC-48A9-BA14-9D5039473994}" destId="{10386A92-7496-4D3D-9CD9-CD8B1F97E582}" srcOrd="0" destOrd="0" presId="urn:microsoft.com/office/officeart/2005/8/layout/hierarchy1"/>
    <dgm:cxn modelId="{41757BF4-4805-468B-819A-CD636E57EEC0}" type="presParOf" srcId="{10386A92-7496-4D3D-9CD9-CD8B1F97E582}" destId="{45C3E8BF-0BC2-440D-80D9-40C792A7547D}" srcOrd="0" destOrd="0" presId="urn:microsoft.com/office/officeart/2005/8/layout/hierarchy1"/>
    <dgm:cxn modelId="{EBE878C2-03F6-4B43-A2C8-CE2305B6AA39}" type="presParOf" srcId="{10386A92-7496-4D3D-9CD9-CD8B1F97E582}" destId="{B05A6729-FF09-4230-A8F4-57E3CFE20E53}" srcOrd="1" destOrd="0" presId="urn:microsoft.com/office/officeart/2005/8/layout/hierarchy1"/>
    <dgm:cxn modelId="{FDF438A3-7B1F-43AC-87AC-CF54231D3978}" type="presParOf" srcId="{5C72D253-60EC-48A9-BA14-9D5039473994}" destId="{3B790D19-DF94-4F91-B1F9-72F38243CF97}" srcOrd="1" destOrd="0" presId="urn:microsoft.com/office/officeart/2005/8/layout/hierarchy1"/>
    <dgm:cxn modelId="{A96F263B-B93E-44EC-8C05-3121C4D2B59C}" type="presParOf" srcId="{B1FDAE72-27AB-4F4E-A852-2FF7511C8BFB}" destId="{F71FCAC9-D8F6-40BE-8039-324A7097B236}" srcOrd="1" destOrd="0" presId="urn:microsoft.com/office/officeart/2005/8/layout/hierarchy1"/>
    <dgm:cxn modelId="{DA8C64F1-6765-4171-A8A6-9B5F2925093E}" type="presParOf" srcId="{F71FCAC9-D8F6-40BE-8039-324A7097B236}" destId="{ADEEA6DF-9C78-4D47-A607-5A94B0F7869B}" srcOrd="0" destOrd="0" presId="urn:microsoft.com/office/officeart/2005/8/layout/hierarchy1"/>
    <dgm:cxn modelId="{F310DFDA-4F26-4ABA-AAAF-6D8F23AC2079}" type="presParOf" srcId="{ADEEA6DF-9C78-4D47-A607-5A94B0F7869B}" destId="{B0FEC7FA-4064-44B9-A7CA-74262225DEAC}" srcOrd="0" destOrd="0" presId="urn:microsoft.com/office/officeart/2005/8/layout/hierarchy1"/>
    <dgm:cxn modelId="{B20D68A3-930C-4104-9E59-450154CDFA9D}" type="presParOf" srcId="{ADEEA6DF-9C78-4D47-A607-5A94B0F7869B}" destId="{4B1000FC-8B2C-4860-80F0-66689F0CBEA7}" srcOrd="1" destOrd="0" presId="urn:microsoft.com/office/officeart/2005/8/layout/hierarchy1"/>
    <dgm:cxn modelId="{8AB31FB9-F359-4EF9-AC0D-A66F31581EFD}" type="presParOf" srcId="{F71FCAC9-D8F6-40BE-8039-324A7097B236}" destId="{71AC7362-6F77-4D9F-BFB2-EFC58EF7A9F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99E2551-4F0F-4525-B452-273CD17A7398}" type="doc">
      <dgm:prSet loTypeId="urn:microsoft.com/office/officeart/2005/8/layout/defaul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AEFD5A6-8249-4575-9BBC-69A90A98564C}">
      <dgm:prSet/>
      <dgm:spPr>
        <a:solidFill>
          <a:schemeClr val="accent6"/>
        </a:solidFill>
      </dgm:spPr>
      <dgm:t>
        <a:bodyPr/>
        <a:lstStyle/>
        <a:p>
          <a:r>
            <a:rPr lang="hu-HU" b="0" i="0" noProof="1">
              <a:latin typeface="Aptos Narrow"/>
            </a:rPr>
            <a:t>MongoDB</a:t>
          </a:r>
          <a:endParaRPr lang="hu-HU" noProof="1">
            <a:latin typeface="Aptos Narrow"/>
          </a:endParaRPr>
        </a:p>
      </dgm:t>
    </dgm:pt>
    <dgm:pt modelId="{C9F040DC-4B39-45C4-9862-200340B396B0}" type="parTrans" cxnId="{358BD535-5EAB-4F30-8835-A42CC747572D}">
      <dgm:prSet/>
      <dgm:spPr/>
      <dgm:t>
        <a:bodyPr/>
        <a:lstStyle/>
        <a:p>
          <a:endParaRPr lang="en-US"/>
        </a:p>
      </dgm:t>
    </dgm:pt>
    <dgm:pt modelId="{6C1A0B00-8980-4891-9077-12BC2A93DFC1}" type="sibTrans" cxnId="{358BD535-5EAB-4F30-8835-A42CC747572D}">
      <dgm:prSet/>
      <dgm:spPr/>
      <dgm:t>
        <a:bodyPr/>
        <a:lstStyle/>
        <a:p>
          <a:endParaRPr lang="en-US"/>
        </a:p>
      </dgm:t>
    </dgm:pt>
    <dgm:pt modelId="{8E0433FB-7FB7-4DA6-A475-8287A21679D0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0"/>
          <a:r>
            <a:rPr lang="hu-HU" b="0" i="0" noProof="1">
              <a:latin typeface="Aptos Narrow"/>
            </a:rPr>
            <a:t>DeepL</a:t>
          </a:r>
          <a:r>
            <a:rPr lang="hu-HU" noProof="1">
              <a:latin typeface="Aptos Narrow"/>
            </a:rPr>
            <a:t> API</a:t>
          </a:r>
          <a:endParaRPr lang="hu-HU"/>
        </a:p>
      </dgm:t>
    </dgm:pt>
    <dgm:pt modelId="{4C93EBF8-23C4-4CEC-9145-3984344E794F}" type="parTrans" cxnId="{11CEF589-09BF-423A-B58D-021D648DD94B}">
      <dgm:prSet/>
      <dgm:spPr/>
      <dgm:t>
        <a:bodyPr/>
        <a:lstStyle/>
        <a:p>
          <a:endParaRPr lang="en-US"/>
        </a:p>
      </dgm:t>
    </dgm:pt>
    <dgm:pt modelId="{E2C53102-857D-48BE-9D29-524C91DEE47A}" type="sibTrans" cxnId="{11CEF589-09BF-423A-B58D-021D648DD94B}">
      <dgm:prSet/>
      <dgm:spPr/>
      <dgm:t>
        <a:bodyPr/>
        <a:lstStyle/>
        <a:p>
          <a:endParaRPr lang="en-US"/>
        </a:p>
      </dgm:t>
    </dgm:pt>
    <dgm:pt modelId="{376F91C9-A98A-48B1-894E-FB7E1D54EDC6}">
      <dgm:prSet/>
      <dgm:spPr>
        <a:solidFill>
          <a:srgbClr val="FFC000"/>
        </a:solidFill>
      </dgm:spPr>
      <dgm:t>
        <a:bodyPr/>
        <a:lstStyle/>
        <a:p>
          <a:r>
            <a:rPr lang="hu-HU" b="0" i="0" noProof="1">
              <a:latin typeface="Aptos Narrow"/>
            </a:rPr>
            <a:t>Express</a:t>
          </a:r>
          <a:endParaRPr lang="hu-HU"/>
        </a:p>
      </dgm:t>
    </dgm:pt>
    <dgm:pt modelId="{BA123DF5-15E8-411E-BA20-DFC043C3EB8F}" type="parTrans" cxnId="{5EDA9279-DAFC-40AF-BC31-CA072B90FA6C}">
      <dgm:prSet/>
      <dgm:spPr/>
      <dgm:t>
        <a:bodyPr/>
        <a:lstStyle/>
        <a:p>
          <a:endParaRPr lang="en-US"/>
        </a:p>
      </dgm:t>
    </dgm:pt>
    <dgm:pt modelId="{FC4A08BE-1515-403C-A637-C23DB023F146}" type="sibTrans" cxnId="{5EDA9279-DAFC-40AF-BC31-CA072B90FA6C}">
      <dgm:prSet/>
      <dgm:spPr/>
      <dgm:t>
        <a:bodyPr/>
        <a:lstStyle/>
        <a:p>
          <a:endParaRPr lang="en-US"/>
        </a:p>
      </dgm:t>
    </dgm:pt>
    <dgm:pt modelId="{7BD343AB-E8D0-47C7-8E92-9B00D92FF17A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hu-HU" b="0" i="0" noProof="1">
              <a:latin typeface="Aptos Narrow"/>
            </a:rPr>
            <a:t>Node</a:t>
          </a:r>
          <a:endParaRPr lang="hu-HU"/>
        </a:p>
      </dgm:t>
    </dgm:pt>
    <dgm:pt modelId="{DABC24FE-0706-4163-A415-360D283588C7}" type="parTrans" cxnId="{39F7474E-CA6C-4255-BD3C-CEB87AF39B08}">
      <dgm:prSet/>
      <dgm:spPr/>
      <dgm:t>
        <a:bodyPr/>
        <a:lstStyle/>
        <a:p>
          <a:endParaRPr lang="en-US"/>
        </a:p>
      </dgm:t>
    </dgm:pt>
    <dgm:pt modelId="{0403097C-1F12-4ADA-91F7-A1A958F5C63E}" type="sibTrans" cxnId="{39F7474E-CA6C-4255-BD3C-CEB87AF39B08}">
      <dgm:prSet/>
      <dgm:spPr/>
      <dgm:t>
        <a:bodyPr/>
        <a:lstStyle/>
        <a:p>
          <a:endParaRPr lang="en-US"/>
        </a:p>
      </dgm:t>
    </dgm:pt>
    <dgm:pt modelId="{9D76A90D-758C-4302-9B27-5FD73619C64E}">
      <dgm:prSet/>
      <dgm:spPr>
        <a:solidFill>
          <a:srgbClr val="00B0F0"/>
        </a:solidFill>
      </dgm:spPr>
      <dgm:t>
        <a:bodyPr/>
        <a:lstStyle/>
        <a:p>
          <a:r>
            <a:rPr lang="hu-HU" b="0" i="0" noProof="1">
              <a:latin typeface="Aptos Narrow"/>
            </a:rPr>
            <a:t>React</a:t>
          </a:r>
          <a:endParaRPr lang="hu-HU"/>
        </a:p>
      </dgm:t>
    </dgm:pt>
    <dgm:pt modelId="{3D26D991-723E-4F19-80A2-6ACF4A76EE38}" type="parTrans" cxnId="{40397667-0945-4610-888D-0B6F712A1F6D}">
      <dgm:prSet/>
      <dgm:spPr/>
      <dgm:t>
        <a:bodyPr/>
        <a:lstStyle/>
        <a:p>
          <a:endParaRPr lang="en-US"/>
        </a:p>
      </dgm:t>
    </dgm:pt>
    <dgm:pt modelId="{F8FF1C8D-20E4-4370-B18D-5AE6F38E591F}" type="sibTrans" cxnId="{40397667-0945-4610-888D-0B6F712A1F6D}">
      <dgm:prSet/>
      <dgm:spPr/>
      <dgm:t>
        <a:bodyPr/>
        <a:lstStyle/>
        <a:p>
          <a:endParaRPr lang="en-US"/>
        </a:p>
      </dgm:t>
    </dgm:pt>
    <dgm:pt modelId="{8DF6F389-476D-4550-92F4-ABA17B9C7F09}">
      <dgm:prSet/>
      <dgm:spPr>
        <a:solidFill>
          <a:srgbClr val="F216E4"/>
        </a:solidFill>
      </dgm:spPr>
      <dgm:t>
        <a:bodyPr/>
        <a:lstStyle/>
        <a:p>
          <a:r>
            <a:rPr lang="hu-HU" b="0" i="0" noProof="1">
              <a:latin typeface="Aptos Narrow"/>
            </a:rPr>
            <a:t>Sass (SCSS)</a:t>
          </a:r>
          <a:endParaRPr lang="hu-HU"/>
        </a:p>
      </dgm:t>
    </dgm:pt>
    <dgm:pt modelId="{7BEAFFC4-3E71-48F1-81FD-009EE806E455}" type="parTrans" cxnId="{1100231B-97BB-432B-816E-650945333088}">
      <dgm:prSet/>
      <dgm:spPr/>
      <dgm:t>
        <a:bodyPr/>
        <a:lstStyle/>
        <a:p>
          <a:endParaRPr lang="en-US"/>
        </a:p>
      </dgm:t>
    </dgm:pt>
    <dgm:pt modelId="{79EF8553-9D62-4C35-B08E-09BEB6773E3D}" type="sibTrans" cxnId="{1100231B-97BB-432B-816E-650945333088}">
      <dgm:prSet/>
      <dgm:spPr/>
      <dgm:t>
        <a:bodyPr/>
        <a:lstStyle/>
        <a:p>
          <a:endParaRPr lang="en-US"/>
        </a:p>
      </dgm:t>
    </dgm:pt>
    <dgm:pt modelId="{F8544B37-630F-4CBF-AFE7-460325094E68}">
      <dgm:prSet/>
      <dgm:spPr>
        <a:solidFill>
          <a:srgbClr val="0070C0"/>
        </a:solidFill>
      </dgm:spPr>
      <dgm:t>
        <a:bodyPr/>
        <a:lstStyle/>
        <a:p>
          <a:r>
            <a:rPr lang="hu-HU" b="0" i="0" noProof="1">
              <a:latin typeface="Aptos Narrow"/>
            </a:rPr>
            <a:t>Tesseract</a:t>
          </a:r>
          <a:endParaRPr lang="hu-HU"/>
        </a:p>
      </dgm:t>
    </dgm:pt>
    <dgm:pt modelId="{E32553BA-9977-4ABD-AC1B-A18763A87C75}" type="parTrans" cxnId="{1E4574D8-7D8B-4FE4-8A1D-4DC9DD5B3343}">
      <dgm:prSet/>
      <dgm:spPr/>
      <dgm:t>
        <a:bodyPr/>
        <a:lstStyle/>
        <a:p>
          <a:endParaRPr lang="en-US"/>
        </a:p>
      </dgm:t>
    </dgm:pt>
    <dgm:pt modelId="{3648DBF2-DC6E-42E7-A03D-ACE80E290FB8}" type="sibTrans" cxnId="{1E4574D8-7D8B-4FE4-8A1D-4DC9DD5B3343}">
      <dgm:prSet/>
      <dgm:spPr/>
      <dgm:t>
        <a:bodyPr/>
        <a:lstStyle/>
        <a:p>
          <a:endParaRPr lang="en-US"/>
        </a:p>
      </dgm:t>
    </dgm:pt>
    <dgm:pt modelId="{B4F214AE-5F7A-4794-8EEB-ADA41AD4901A}">
      <dgm:prSet phldr="0"/>
      <dgm:spPr>
        <a:solidFill>
          <a:srgbClr val="A438CF"/>
        </a:solidFill>
      </dgm:spPr>
      <dgm:t>
        <a:bodyPr/>
        <a:lstStyle/>
        <a:p>
          <a:r>
            <a:rPr lang="hu-HU" noProof="1">
              <a:latin typeface="Aptos Narrow"/>
            </a:rPr>
            <a:t>Vite</a:t>
          </a:r>
          <a:endParaRPr lang="hu-HU"/>
        </a:p>
      </dgm:t>
    </dgm:pt>
    <dgm:pt modelId="{5C6E95DC-EB84-483A-94E5-8B136EB8CF75}" type="parTrans" cxnId="{BC9466F1-11A2-4E26-AABE-56F802897F8F}">
      <dgm:prSet/>
      <dgm:spPr/>
    </dgm:pt>
    <dgm:pt modelId="{8101E1E2-3BA5-4B2B-A1BB-EA3D8EB79F82}" type="sibTrans" cxnId="{BC9466F1-11A2-4E26-AABE-56F802897F8F}">
      <dgm:prSet/>
      <dgm:spPr/>
    </dgm:pt>
    <dgm:pt modelId="{DE651818-195E-4EF5-B949-13388BF05465}" type="pres">
      <dgm:prSet presAssocID="{D99E2551-4F0F-4525-B452-273CD17A7398}" presName="diagram" presStyleCnt="0">
        <dgm:presLayoutVars>
          <dgm:dir/>
          <dgm:resizeHandles val="exact"/>
        </dgm:presLayoutVars>
      </dgm:prSet>
      <dgm:spPr/>
    </dgm:pt>
    <dgm:pt modelId="{8B98F081-C42B-4897-BE55-B52DF7B7BE46}" type="pres">
      <dgm:prSet presAssocID="{CAEFD5A6-8249-4575-9BBC-69A90A98564C}" presName="node" presStyleLbl="node1" presStyleIdx="0" presStyleCnt="8">
        <dgm:presLayoutVars>
          <dgm:bulletEnabled val="1"/>
        </dgm:presLayoutVars>
      </dgm:prSet>
      <dgm:spPr/>
    </dgm:pt>
    <dgm:pt modelId="{183C9F9F-ED70-4F02-B623-2A412184328F}" type="pres">
      <dgm:prSet presAssocID="{6C1A0B00-8980-4891-9077-12BC2A93DFC1}" presName="sibTrans" presStyleCnt="0"/>
      <dgm:spPr/>
    </dgm:pt>
    <dgm:pt modelId="{7E4C45A7-A533-4A6B-B73D-0A8E8373E6B5}" type="pres">
      <dgm:prSet presAssocID="{8E0433FB-7FB7-4DA6-A475-8287A21679D0}" presName="node" presStyleLbl="node1" presStyleIdx="1" presStyleCnt="8">
        <dgm:presLayoutVars>
          <dgm:bulletEnabled val="1"/>
        </dgm:presLayoutVars>
      </dgm:prSet>
      <dgm:spPr/>
    </dgm:pt>
    <dgm:pt modelId="{4F5E9014-B76A-413B-A06D-60135ACC2FED}" type="pres">
      <dgm:prSet presAssocID="{E2C53102-857D-48BE-9D29-524C91DEE47A}" presName="sibTrans" presStyleCnt="0"/>
      <dgm:spPr/>
    </dgm:pt>
    <dgm:pt modelId="{52A003C7-AA85-4654-82AE-BFCADFAA0DDC}" type="pres">
      <dgm:prSet presAssocID="{376F91C9-A98A-48B1-894E-FB7E1D54EDC6}" presName="node" presStyleLbl="node1" presStyleIdx="2" presStyleCnt="8">
        <dgm:presLayoutVars>
          <dgm:bulletEnabled val="1"/>
        </dgm:presLayoutVars>
      </dgm:prSet>
      <dgm:spPr/>
    </dgm:pt>
    <dgm:pt modelId="{2C3190E3-B865-49F6-B9F4-28DF10E94F1D}" type="pres">
      <dgm:prSet presAssocID="{FC4A08BE-1515-403C-A637-C23DB023F146}" presName="sibTrans" presStyleCnt="0"/>
      <dgm:spPr/>
    </dgm:pt>
    <dgm:pt modelId="{719243FE-1EF0-42BE-A06E-657D73F5046D}" type="pres">
      <dgm:prSet presAssocID="{7BD343AB-E8D0-47C7-8E92-9B00D92FF17A}" presName="node" presStyleLbl="node1" presStyleIdx="3" presStyleCnt="8">
        <dgm:presLayoutVars>
          <dgm:bulletEnabled val="1"/>
        </dgm:presLayoutVars>
      </dgm:prSet>
      <dgm:spPr/>
    </dgm:pt>
    <dgm:pt modelId="{9CB8F1AA-D480-413F-8365-BAA7C563A864}" type="pres">
      <dgm:prSet presAssocID="{0403097C-1F12-4ADA-91F7-A1A958F5C63E}" presName="sibTrans" presStyleCnt="0"/>
      <dgm:spPr/>
    </dgm:pt>
    <dgm:pt modelId="{CD0011D4-6356-4372-A0A9-810B134C5FB1}" type="pres">
      <dgm:prSet presAssocID="{9D76A90D-758C-4302-9B27-5FD73619C64E}" presName="node" presStyleLbl="node1" presStyleIdx="4" presStyleCnt="8">
        <dgm:presLayoutVars>
          <dgm:bulletEnabled val="1"/>
        </dgm:presLayoutVars>
      </dgm:prSet>
      <dgm:spPr/>
    </dgm:pt>
    <dgm:pt modelId="{7268CAFC-1892-4C4B-ACCF-1F2B675B06C7}" type="pres">
      <dgm:prSet presAssocID="{F8FF1C8D-20E4-4370-B18D-5AE6F38E591F}" presName="sibTrans" presStyleCnt="0"/>
      <dgm:spPr/>
    </dgm:pt>
    <dgm:pt modelId="{803AA9C7-7033-422A-8E99-03AC68E95ADA}" type="pres">
      <dgm:prSet presAssocID="{8DF6F389-476D-4550-92F4-ABA17B9C7F09}" presName="node" presStyleLbl="node1" presStyleIdx="5" presStyleCnt="8">
        <dgm:presLayoutVars>
          <dgm:bulletEnabled val="1"/>
        </dgm:presLayoutVars>
      </dgm:prSet>
      <dgm:spPr/>
    </dgm:pt>
    <dgm:pt modelId="{1DF3C094-4F82-4361-AE3E-160258D4CB69}" type="pres">
      <dgm:prSet presAssocID="{79EF8553-9D62-4C35-B08E-09BEB6773E3D}" presName="sibTrans" presStyleCnt="0"/>
      <dgm:spPr/>
    </dgm:pt>
    <dgm:pt modelId="{D144A7AD-24A7-4DDC-9979-AE0BEA0A45F8}" type="pres">
      <dgm:prSet presAssocID="{F8544B37-630F-4CBF-AFE7-460325094E68}" presName="node" presStyleLbl="node1" presStyleIdx="6" presStyleCnt="8">
        <dgm:presLayoutVars>
          <dgm:bulletEnabled val="1"/>
        </dgm:presLayoutVars>
      </dgm:prSet>
      <dgm:spPr/>
    </dgm:pt>
    <dgm:pt modelId="{2B935CB9-A823-4738-A086-9775D51D0BC5}" type="pres">
      <dgm:prSet presAssocID="{3648DBF2-DC6E-42E7-A03D-ACE80E290FB8}" presName="sibTrans" presStyleCnt="0"/>
      <dgm:spPr/>
    </dgm:pt>
    <dgm:pt modelId="{A02FAF89-DF07-45DA-8DE3-9FE03B800ED1}" type="pres">
      <dgm:prSet presAssocID="{B4F214AE-5F7A-4794-8EEB-ADA41AD4901A}" presName="node" presStyleLbl="node1" presStyleIdx="7" presStyleCnt="8">
        <dgm:presLayoutVars>
          <dgm:bulletEnabled val="1"/>
        </dgm:presLayoutVars>
      </dgm:prSet>
      <dgm:spPr/>
    </dgm:pt>
  </dgm:ptLst>
  <dgm:cxnLst>
    <dgm:cxn modelId="{45222902-D3E2-4E11-92FB-3C49B50D22CD}" type="presOf" srcId="{9D76A90D-758C-4302-9B27-5FD73619C64E}" destId="{CD0011D4-6356-4372-A0A9-810B134C5FB1}" srcOrd="0" destOrd="0" presId="urn:microsoft.com/office/officeart/2005/8/layout/default"/>
    <dgm:cxn modelId="{1100231B-97BB-432B-816E-650945333088}" srcId="{D99E2551-4F0F-4525-B452-273CD17A7398}" destId="{8DF6F389-476D-4550-92F4-ABA17B9C7F09}" srcOrd="5" destOrd="0" parTransId="{7BEAFFC4-3E71-48F1-81FD-009EE806E455}" sibTransId="{79EF8553-9D62-4C35-B08E-09BEB6773E3D}"/>
    <dgm:cxn modelId="{7F18F91F-E863-43AC-BBD0-8267D03B97E2}" type="presOf" srcId="{8DF6F389-476D-4550-92F4-ABA17B9C7F09}" destId="{803AA9C7-7033-422A-8E99-03AC68E95ADA}" srcOrd="0" destOrd="0" presId="urn:microsoft.com/office/officeart/2005/8/layout/default"/>
    <dgm:cxn modelId="{358BD535-5EAB-4F30-8835-A42CC747572D}" srcId="{D99E2551-4F0F-4525-B452-273CD17A7398}" destId="{CAEFD5A6-8249-4575-9BBC-69A90A98564C}" srcOrd="0" destOrd="0" parTransId="{C9F040DC-4B39-45C4-9862-200340B396B0}" sibTransId="{6C1A0B00-8980-4891-9077-12BC2A93DFC1}"/>
    <dgm:cxn modelId="{1AF90740-ED16-4757-AEC2-94D48B3D2DAC}" type="presOf" srcId="{376F91C9-A98A-48B1-894E-FB7E1D54EDC6}" destId="{52A003C7-AA85-4654-82AE-BFCADFAA0DDC}" srcOrd="0" destOrd="0" presId="urn:microsoft.com/office/officeart/2005/8/layout/default"/>
    <dgm:cxn modelId="{B22E4642-91A1-41EB-8392-6B402E5E3E9B}" type="presOf" srcId="{F8544B37-630F-4CBF-AFE7-460325094E68}" destId="{D144A7AD-24A7-4DDC-9979-AE0BEA0A45F8}" srcOrd="0" destOrd="0" presId="urn:microsoft.com/office/officeart/2005/8/layout/default"/>
    <dgm:cxn modelId="{40397667-0945-4610-888D-0B6F712A1F6D}" srcId="{D99E2551-4F0F-4525-B452-273CD17A7398}" destId="{9D76A90D-758C-4302-9B27-5FD73619C64E}" srcOrd="4" destOrd="0" parTransId="{3D26D991-723E-4F19-80A2-6ACF4A76EE38}" sibTransId="{F8FF1C8D-20E4-4370-B18D-5AE6F38E591F}"/>
    <dgm:cxn modelId="{39F7474E-CA6C-4255-BD3C-CEB87AF39B08}" srcId="{D99E2551-4F0F-4525-B452-273CD17A7398}" destId="{7BD343AB-E8D0-47C7-8E92-9B00D92FF17A}" srcOrd="3" destOrd="0" parTransId="{DABC24FE-0706-4163-A415-360D283588C7}" sibTransId="{0403097C-1F12-4ADA-91F7-A1A958F5C63E}"/>
    <dgm:cxn modelId="{5EDA9279-DAFC-40AF-BC31-CA072B90FA6C}" srcId="{D99E2551-4F0F-4525-B452-273CD17A7398}" destId="{376F91C9-A98A-48B1-894E-FB7E1D54EDC6}" srcOrd="2" destOrd="0" parTransId="{BA123DF5-15E8-411E-BA20-DFC043C3EB8F}" sibTransId="{FC4A08BE-1515-403C-A637-C23DB023F146}"/>
    <dgm:cxn modelId="{11CEF589-09BF-423A-B58D-021D648DD94B}" srcId="{D99E2551-4F0F-4525-B452-273CD17A7398}" destId="{8E0433FB-7FB7-4DA6-A475-8287A21679D0}" srcOrd="1" destOrd="0" parTransId="{4C93EBF8-23C4-4CEC-9145-3984344E794F}" sibTransId="{E2C53102-857D-48BE-9D29-524C91DEE47A}"/>
    <dgm:cxn modelId="{1E7E1AC3-2263-4E53-9D08-DCF0EEC20DAC}" type="presOf" srcId="{D99E2551-4F0F-4525-B452-273CD17A7398}" destId="{DE651818-195E-4EF5-B949-13388BF05465}" srcOrd="0" destOrd="0" presId="urn:microsoft.com/office/officeart/2005/8/layout/default"/>
    <dgm:cxn modelId="{426DFBC8-B3AD-4B2F-8CD2-9500A450E5F3}" type="presOf" srcId="{B4F214AE-5F7A-4794-8EEB-ADA41AD4901A}" destId="{A02FAF89-DF07-45DA-8DE3-9FE03B800ED1}" srcOrd="0" destOrd="0" presId="urn:microsoft.com/office/officeart/2005/8/layout/default"/>
    <dgm:cxn modelId="{A68A91D5-737C-437F-A3BF-673C654DD704}" type="presOf" srcId="{8E0433FB-7FB7-4DA6-A475-8287A21679D0}" destId="{7E4C45A7-A533-4A6B-B73D-0A8E8373E6B5}" srcOrd="0" destOrd="0" presId="urn:microsoft.com/office/officeart/2005/8/layout/default"/>
    <dgm:cxn modelId="{1E4574D8-7D8B-4FE4-8A1D-4DC9DD5B3343}" srcId="{D99E2551-4F0F-4525-B452-273CD17A7398}" destId="{F8544B37-630F-4CBF-AFE7-460325094E68}" srcOrd="6" destOrd="0" parTransId="{E32553BA-9977-4ABD-AC1B-A18763A87C75}" sibTransId="{3648DBF2-DC6E-42E7-A03D-ACE80E290FB8}"/>
    <dgm:cxn modelId="{BC9466F1-11A2-4E26-AABE-56F802897F8F}" srcId="{D99E2551-4F0F-4525-B452-273CD17A7398}" destId="{B4F214AE-5F7A-4794-8EEB-ADA41AD4901A}" srcOrd="7" destOrd="0" parTransId="{5C6E95DC-EB84-483A-94E5-8B136EB8CF75}" sibTransId="{8101E1E2-3BA5-4B2B-A1BB-EA3D8EB79F82}"/>
    <dgm:cxn modelId="{26A244F8-B15D-4950-8874-9D4F29B36C16}" type="presOf" srcId="{7BD343AB-E8D0-47C7-8E92-9B00D92FF17A}" destId="{719243FE-1EF0-42BE-A06E-657D73F5046D}" srcOrd="0" destOrd="0" presId="urn:microsoft.com/office/officeart/2005/8/layout/default"/>
    <dgm:cxn modelId="{B4D928FE-73E4-411A-9A14-ECE3F7DAE654}" type="presOf" srcId="{CAEFD5A6-8249-4575-9BBC-69A90A98564C}" destId="{8B98F081-C42B-4897-BE55-B52DF7B7BE46}" srcOrd="0" destOrd="0" presId="urn:microsoft.com/office/officeart/2005/8/layout/default"/>
    <dgm:cxn modelId="{70FD55EA-9AD1-4FEF-9B64-5B2545D031FE}" type="presParOf" srcId="{DE651818-195E-4EF5-B949-13388BF05465}" destId="{8B98F081-C42B-4897-BE55-B52DF7B7BE46}" srcOrd="0" destOrd="0" presId="urn:microsoft.com/office/officeart/2005/8/layout/default"/>
    <dgm:cxn modelId="{3201B89D-A804-4585-BA5B-B5B6D902C5B2}" type="presParOf" srcId="{DE651818-195E-4EF5-B949-13388BF05465}" destId="{183C9F9F-ED70-4F02-B623-2A412184328F}" srcOrd="1" destOrd="0" presId="urn:microsoft.com/office/officeart/2005/8/layout/default"/>
    <dgm:cxn modelId="{B8DF1890-C073-483A-9731-CC38615EC933}" type="presParOf" srcId="{DE651818-195E-4EF5-B949-13388BF05465}" destId="{7E4C45A7-A533-4A6B-B73D-0A8E8373E6B5}" srcOrd="2" destOrd="0" presId="urn:microsoft.com/office/officeart/2005/8/layout/default"/>
    <dgm:cxn modelId="{DE20B52B-FDDB-492E-B874-94E3C82740E0}" type="presParOf" srcId="{DE651818-195E-4EF5-B949-13388BF05465}" destId="{4F5E9014-B76A-413B-A06D-60135ACC2FED}" srcOrd="3" destOrd="0" presId="urn:microsoft.com/office/officeart/2005/8/layout/default"/>
    <dgm:cxn modelId="{0D329B3D-8FD3-48DA-BFC3-92996C1E3F01}" type="presParOf" srcId="{DE651818-195E-4EF5-B949-13388BF05465}" destId="{52A003C7-AA85-4654-82AE-BFCADFAA0DDC}" srcOrd="4" destOrd="0" presId="urn:microsoft.com/office/officeart/2005/8/layout/default"/>
    <dgm:cxn modelId="{D913452D-6FFA-4120-883A-09AD6FE2292C}" type="presParOf" srcId="{DE651818-195E-4EF5-B949-13388BF05465}" destId="{2C3190E3-B865-49F6-B9F4-28DF10E94F1D}" srcOrd="5" destOrd="0" presId="urn:microsoft.com/office/officeart/2005/8/layout/default"/>
    <dgm:cxn modelId="{1ADD4187-9392-46C2-B152-70E3133C7B12}" type="presParOf" srcId="{DE651818-195E-4EF5-B949-13388BF05465}" destId="{719243FE-1EF0-42BE-A06E-657D73F5046D}" srcOrd="6" destOrd="0" presId="urn:microsoft.com/office/officeart/2005/8/layout/default"/>
    <dgm:cxn modelId="{20FC95AF-BAAA-402B-BAD8-4758C3D76F3E}" type="presParOf" srcId="{DE651818-195E-4EF5-B949-13388BF05465}" destId="{9CB8F1AA-D480-413F-8365-BAA7C563A864}" srcOrd="7" destOrd="0" presId="urn:microsoft.com/office/officeart/2005/8/layout/default"/>
    <dgm:cxn modelId="{75143FDF-BE9B-401C-ACDB-4183DB6DC9A9}" type="presParOf" srcId="{DE651818-195E-4EF5-B949-13388BF05465}" destId="{CD0011D4-6356-4372-A0A9-810B134C5FB1}" srcOrd="8" destOrd="0" presId="urn:microsoft.com/office/officeart/2005/8/layout/default"/>
    <dgm:cxn modelId="{64FDF8F3-55E6-4692-A590-9CD8763F9869}" type="presParOf" srcId="{DE651818-195E-4EF5-B949-13388BF05465}" destId="{7268CAFC-1892-4C4B-ACCF-1F2B675B06C7}" srcOrd="9" destOrd="0" presId="urn:microsoft.com/office/officeart/2005/8/layout/default"/>
    <dgm:cxn modelId="{FF0C254D-4400-4F47-8E95-8988029E3E94}" type="presParOf" srcId="{DE651818-195E-4EF5-B949-13388BF05465}" destId="{803AA9C7-7033-422A-8E99-03AC68E95ADA}" srcOrd="10" destOrd="0" presId="urn:microsoft.com/office/officeart/2005/8/layout/default"/>
    <dgm:cxn modelId="{71DA3680-50FC-41B9-91BF-333FD0CC19C8}" type="presParOf" srcId="{DE651818-195E-4EF5-B949-13388BF05465}" destId="{1DF3C094-4F82-4361-AE3E-160258D4CB69}" srcOrd="11" destOrd="0" presId="urn:microsoft.com/office/officeart/2005/8/layout/default"/>
    <dgm:cxn modelId="{A3313E6C-C289-4435-89F5-0B2EF3B1547E}" type="presParOf" srcId="{DE651818-195E-4EF5-B949-13388BF05465}" destId="{D144A7AD-24A7-4DDC-9979-AE0BEA0A45F8}" srcOrd="12" destOrd="0" presId="urn:microsoft.com/office/officeart/2005/8/layout/default"/>
    <dgm:cxn modelId="{59315B15-0724-4DE3-83FC-0BAD9DEBAAEB}" type="presParOf" srcId="{DE651818-195E-4EF5-B949-13388BF05465}" destId="{2B935CB9-A823-4738-A086-9775D51D0BC5}" srcOrd="13" destOrd="0" presId="urn:microsoft.com/office/officeart/2005/8/layout/default"/>
    <dgm:cxn modelId="{D4333FBD-05EE-4EAB-941D-411259F53DE7}" type="presParOf" srcId="{DE651818-195E-4EF5-B949-13388BF05465}" destId="{A02FAF89-DF07-45DA-8DE3-9FE03B800ED1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6D1C813-61C6-46FF-9BBC-B270A9C48667}" type="doc">
      <dgm:prSet loTypeId="urn:microsoft.com/office/officeart/2017/3/layout/HorizontalLabelsTimeline" loCatId="timeline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hu-HU"/>
        </a:p>
      </dgm:t>
    </dgm:pt>
    <dgm:pt modelId="{786489CC-1796-4D5C-A1CF-637276B3B106}">
      <dgm:prSet phldrT="[Szöveg]" phldr="0"/>
      <dgm:spPr/>
      <dgm:t>
        <a:bodyPr/>
        <a:lstStyle/>
        <a:p>
          <a:pPr>
            <a:defRPr b="1"/>
          </a:pPr>
          <a:r>
            <a:rPr lang="hu-HU" noProof="1">
              <a:latin typeface="Calibri Light" panose="020F0302020204030204"/>
            </a:rPr>
            <a:t>Szeptember</a:t>
          </a:r>
          <a:endParaRPr lang="hu-HU" noProof="1"/>
        </a:p>
      </dgm:t>
    </dgm:pt>
    <dgm:pt modelId="{DD9A7426-DA3B-4805-BA44-461E3DFCCE8B}" type="parTrans" cxnId="{96C63213-3018-45BA-9B46-D8AFA363766C}">
      <dgm:prSet/>
      <dgm:spPr/>
      <dgm:t>
        <a:bodyPr/>
        <a:lstStyle/>
        <a:p>
          <a:endParaRPr lang="hu-HU"/>
        </a:p>
      </dgm:t>
    </dgm:pt>
    <dgm:pt modelId="{9BB29B23-F6D4-43AF-BE66-8797535095A8}" type="sibTrans" cxnId="{96C63213-3018-45BA-9B46-D8AFA363766C}">
      <dgm:prSet/>
      <dgm:spPr/>
      <dgm:t>
        <a:bodyPr/>
        <a:lstStyle/>
        <a:p>
          <a:endParaRPr lang="hu-HU"/>
        </a:p>
      </dgm:t>
    </dgm:pt>
    <dgm:pt modelId="{E96C1607-313E-455E-A044-1C3936BEF606}">
      <dgm:prSet phldrT="[Szöveg]" phldr="0"/>
      <dgm:spPr/>
      <dgm:t>
        <a:bodyPr/>
        <a:lstStyle/>
        <a:p>
          <a:r>
            <a:rPr lang="hu-HU" sz="2000" noProof="1">
              <a:latin typeface="Aptos Narrow"/>
            </a:rPr>
            <a:t>Profil, rólunk, footer és dokumentáció oldalak a </a:t>
          </a:r>
          <a:r>
            <a:rPr lang="hu-HU" sz="2000" i="1" noProof="1">
              <a:latin typeface="Aptos Narrow"/>
            </a:rPr>
            <a:t>fordito-react-app</a:t>
          </a:r>
          <a:r>
            <a:rPr lang="hu-HU" sz="2000" noProof="1">
              <a:latin typeface="Aptos Narrow"/>
            </a:rPr>
            <a:t> mappában.</a:t>
          </a:r>
          <a:endParaRPr lang="hu-HU" noProof="1"/>
        </a:p>
      </dgm:t>
    </dgm:pt>
    <dgm:pt modelId="{69AC7A11-A2C4-4BA4-B944-BFA36D4E0B9A}" type="parTrans" cxnId="{83EBCDD0-B3B2-4879-AA9A-70A6837C2579}">
      <dgm:prSet/>
      <dgm:spPr/>
      <dgm:t>
        <a:bodyPr/>
        <a:lstStyle/>
        <a:p>
          <a:endParaRPr lang="hu-HU"/>
        </a:p>
      </dgm:t>
    </dgm:pt>
    <dgm:pt modelId="{D86156ED-38E2-44D9-B01D-5BFB3AAA5ABE}" type="sibTrans" cxnId="{83EBCDD0-B3B2-4879-AA9A-70A6837C2579}">
      <dgm:prSet/>
      <dgm:spPr/>
      <dgm:t>
        <a:bodyPr/>
        <a:lstStyle/>
        <a:p>
          <a:endParaRPr lang="hu-HU"/>
        </a:p>
      </dgm:t>
    </dgm:pt>
    <dgm:pt modelId="{358574AC-40FB-4B93-A804-1E110F8BF794}">
      <dgm:prSet phldrT="[Szöveg]" phldr="0"/>
      <dgm:spPr/>
      <dgm:t>
        <a:bodyPr/>
        <a:lstStyle/>
        <a:p>
          <a:pPr>
            <a:defRPr b="1"/>
          </a:pPr>
          <a:r>
            <a:rPr lang="hu-HU" noProof="1">
              <a:latin typeface="Calibri Light" panose="020F0302020204030204"/>
            </a:rPr>
            <a:t>Október</a:t>
          </a:r>
          <a:endParaRPr lang="hu-HU" noProof="1"/>
        </a:p>
      </dgm:t>
    </dgm:pt>
    <dgm:pt modelId="{C1E9FC57-C13D-41E0-B222-4BE634B3B795}" type="parTrans" cxnId="{2107812C-923F-4C57-B8DA-C47DB7515045}">
      <dgm:prSet/>
      <dgm:spPr/>
      <dgm:t>
        <a:bodyPr/>
        <a:lstStyle/>
        <a:p>
          <a:endParaRPr lang="hu-HU"/>
        </a:p>
      </dgm:t>
    </dgm:pt>
    <dgm:pt modelId="{3EEE98C8-AB84-45FA-B675-7D0AF65A4F26}" type="sibTrans" cxnId="{2107812C-923F-4C57-B8DA-C47DB7515045}">
      <dgm:prSet/>
      <dgm:spPr/>
      <dgm:t>
        <a:bodyPr/>
        <a:lstStyle/>
        <a:p>
          <a:endParaRPr lang="hu-HU"/>
        </a:p>
      </dgm:t>
    </dgm:pt>
    <dgm:pt modelId="{DE727435-ED3E-43F4-938D-9BD9B14C7731}">
      <dgm:prSet phldrT="[Szöveg]" phldr="0"/>
      <dgm:spPr/>
      <dgm:t>
        <a:bodyPr/>
        <a:lstStyle/>
        <a:p>
          <a:pPr>
            <a:defRPr b="1"/>
          </a:pPr>
          <a:r>
            <a:rPr lang="hu-HU" noProof="1">
              <a:latin typeface="Calibri Light" panose="020F0302020204030204"/>
            </a:rPr>
            <a:t>December </a:t>
          </a:r>
          <a:endParaRPr lang="hu-HU" noProof="1"/>
        </a:p>
      </dgm:t>
    </dgm:pt>
    <dgm:pt modelId="{341529F9-E5B8-4CF4-AF28-66DF5497325A}" type="parTrans" cxnId="{CDA5869E-AC7B-412A-AD30-68E8D97EFB35}">
      <dgm:prSet/>
      <dgm:spPr/>
      <dgm:t>
        <a:bodyPr/>
        <a:lstStyle/>
        <a:p>
          <a:endParaRPr lang="hu-HU"/>
        </a:p>
      </dgm:t>
    </dgm:pt>
    <dgm:pt modelId="{DA6F10C8-D7D2-41E7-BE33-77F7078D215D}" type="sibTrans" cxnId="{CDA5869E-AC7B-412A-AD30-68E8D97EFB35}">
      <dgm:prSet/>
      <dgm:spPr/>
      <dgm:t>
        <a:bodyPr/>
        <a:lstStyle/>
        <a:p>
          <a:endParaRPr lang="hu-HU"/>
        </a:p>
      </dgm:t>
    </dgm:pt>
    <dgm:pt modelId="{3887D2FB-92FE-4F90-8A1B-D11ADFFB246F}">
      <dgm:prSet phldrT="[Szöveg]" phldr="0"/>
      <dgm:spPr/>
      <dgm:t>
        <a:bodyPr/>
        <a:lstStyle/>
        <a:p>
          <a:r>
            <a:rPr lang="hu-HU" sz="2000" noProof="1">
              <a:latin typeface="Aptos Narrow"/>
            </a:rPr>
            <a:t>Stilisztikai változtatások, dokumentáció megkezdése</a:t>
          </a:r>
          <a:endParaRPr lang="hu-HU" noProof="1"/>
        </a:p>
      </dgm:t>
    </dgm:pt>
    <dgm:pt modelId="{8A27B47F-9965-434A-8150-2ECB69BAB0BE}" type="parTrans" cxnId="{856676E2-1A02-4260-BB07-CD40CEE4E149}">
      <dgm:prSet/>
      <dgm:spPr/>
      <dgm:t>
        <a:bodyPr/>
        <a:lstStyle/>
        <a:p>
          <a:endParaRPr lang="hu-HU"/>
        </a:p>
      </dgm:t>
    </dgm:pt>
    <dgm:pt modelId="{ECEF0EF7-95EF-4C58-859A-85441C6A709A}" type="sibTrans" cxnId="{856676E2-1A02-4260-BB07-CD40CEE4E149}">
      <dgm:prSet/>
      <dgm:spPr/>
      <dgm:t>
        <a:bodyPr/>
        <a:lstStyle/>
        <a:p>
          <a:endParaRPr lang="hu-HU"/>
        </a:p>
      </dgm:t>
    </dgm:pt>
    <dgm:pt modelId="{3BE9DB9C-C91E-47CF-8615-B1C5DA871FB9}">
      <dgm:prSet phldr="0"/>
      <dgm:spPr/>
      <dgm:t>
        <a:bodyPr/>
        <a:lstStyle/>
        <a:p>
          <a:pPr>
            <a:defRPr b="1"/>
          </a:pPr>
          <a:r>
            <a:rPr lang="hu-HU" sz="2200" b="0" noProof="1">
              <a:latin typeface="Calibri Light" panose="020F0302020204030204"/>
            </a:rPr>
            <a:t>Január</a:t>
          </a:r>
          <a:endParaRPr lang="hu-HU" sz="2200" noProof="1">
            <a:latin typeface="Calibri Light" panose="020F0302020204030204"/>
          </a:endParaRPr>
        </a:p>
      </dgm:t>
    </dgm:pt>
    <dgm:pt modelId="{F46EFB48-5AE7-4C85-A216-AA8DD65ED4FF}" type="parTrans" cxnId="{6BF57889-6568-471E-A65F-98DF6E181AF7}">
      <dgm:prSet/>
      <dgm:spPr/>
    </dgm:pt>
    <dgm:pt modelId="{4A35367C-6389-4AC4-BFFF-1DDEBD8972DD}" type="sibTrans" cxnId="{6BF57889-6568-471E-A65F-98DF6E181AF7}">
      <dgm:prSet/>
      <dgm:spPr/>
    </dgm:pt>
    <dgm:pt modelId="{4EB1A6C8-DFEF-4C91-A876-4B91E2C48B08}">
      <dgm:prSet phldr="0"/>
      <dgm:spPr/>
      <dgm:t>
        <a:bodyPr/>
        <a:lstStyle/>
        <a:p>
          <a:pPr>
            <a:defRPr b="1"/>
          </a:pPr>
          <a:r>
            <a:rPr lang="hu-HU" sz="2200" b="0" noProof="1">
              <a:latin typeface="Calibri Light" panose="020F0302020204030204"/>
            </a:rPr>
            <a:t>Február</a:t>
          </a:r>
        </a:p>
      </dgm:t>
    </dgm:pt>
    <dgm:pt modelId="{ED9D16CB-BD4E-4FC7-A98D-071582EF7277}" type="parTrans" cxnId="{5BEE19D1-D8FE-4F2A-8FEC-BD9ACD1BF106}">
      <dgm:prSet/>
      <dgm:spPr/>
    </dgm:pt>
    <dgm:pt modelId="{1FFAC47D-7691-4A03-96BC-0A80A6C1A3FD}" type="sibTrans" cxnId="{5BEE19D1-D8FE-4F2A-8FEC-BD9ACD1BF106}">
      <dgm:prSet/>
      <dgm:spPr/>
    </dgm:pt>
    <dgm:pt modelId="{C43E0201-BD21-41FE-A715-40A7E8FF9B3E}">
      <dgm:prSet phldr="0"/>
      <dgm:spPr/>
      <dgm:t>
        <a:bodyPr/>
        <a:lstStyle/>
        <a:p>
          <a:r>
            <a:rPr lang="hu-HU" sz="2000" b="0" noProof="1">
              <a:latin typeface="Aptos Narrow"/>
            </a:rPr>
            <a:t>További ötletelések, dokumentáció és prezentáció alakítása</a:t>
          </a:r>
          <a:endParaRPr lang="hu-HU" sz="1800" b="0" noProof="1">
            <a:latin typeface="Calibri Light" panose="020F0302020204030204"/>
          </a:endParaRPr>
        </a:p>
      </dgm:t>
    </dgm:pt>
    <dgm:pt modelId="{D035B27D-2C43-4A4D-BEBC-EE51947C4F6B}" type="parTrans" cxnId="{AB08C27A-568E-4F7E-AF23-022C49FD61B1}">
      <dgm:prSet/>
      <dgm:spPr/>
    </dgm:pt>
    <dgm:pt modelId="{3C3A9C77-C22D-4DD8-BF87-5BC2A977B7D0}" type="sibTrans" cxnId="{AB08C27A-568E-4F7E-AF23-022C49FD61B1}">
      <dgm:prSet/>
      <dgm:spPr/>
    </dgm:pt>
    <dgm:pt modelId="{3CB7CB78-0783-4A18-8446-DF46A1E7EDCB}">
      <dgm:prSet phldr="0"/>
      <dgm:spPr/>
      <dgm:t>
        <a:bodyPr/>
        <a:lstStyle/>
        <a:p>
          <a:pPr>
            <a:defRPr b="1"/>
          </a:pPr>
          <a:r>
            <a:rPr lang="hu-HU" sz="2200" b="0" noProof="1">
              <a:latin typeface="Calibri Light" panose="020F0302020204030204"/>
            </a:rPr>
            <a:t>November</a:t>
          </a:r>
        </a:p>
      </dgm:t>
    </dgm:pt>
    <dgm:pt modelId="{11E80FE6-3BFC-420D-AF98-CCC147F86530}" type="parTrans" cxnId="{FAFA4627-5BD4-445E-AFCD-11CCB1386A8C}">
      <dgm:prSet/>
      <dgm:spPr/>
    </dgm:pt>
    <dgm:pt modelId="{3D23CA83-1000-4E21-9096-9CF1318BE84C}" type="sibTrans" cxnId="{FAFA4627-5BD4-445E-AFCD-11CCB1386A8C}">
      <dgm:prSet/>
      <dgm:spPr/>
    </dgm:pt>
    <dgm:pt modelId="{312F9E14-CDB0-4E56-9DA6-FBF9F6C24E0A}">
      <dgm:prSet phldr="0"/>
      <dgm:spPr/>
      <dgm:t>
        <a:bodyPr/>
        <a:lstStyle/>
        <a:p>
          <a:r>
            <a:rPr lang="hu-HU" sz="2000" b="0" noProof="1">
              <a:latin typeface="Aptos Narrow"/>
            </a:rPr>
            <a:t>Ikonok, SVG-k és stílusfrissítések, Tesseract.js integrálása, dokumentum- és képfordítás, reszponzív megjelenés, valamint Cloudinary alapú képtárolás és fordításmentés funkció.</a:t>
          </a:r>
          <a:endParaRPr lang="hu-HU" sz="1800" b="0" noProof="1">
            <a:latin typeface="Calibri Light" panose="020F0302020204030204"/>
          </a:endParaRPr>
        </a:p>
      </dgm:t>
    </dgm:pt>
    <dgm:pt modelId="{4D0B1135-1C42-401F-A29B-D850D5E08DE3}" type="parTrans" cxnId="{CE542BAC-C0FD-4B52-8BB5-1FA6E41008A3}">
      <dgm:prSet/>
      <dgm:spPr/>
    </dgm:pt>
    <dgm:pt modelId="{AFF4323A-4401-4F3D-BE88-9D11C18855AE}" type="sibTrans" cxnId="{CE542BAC-C0FD-4B52-8BB5-1FA6E41008A3}">
      <dgm:prSet/>
      <dgm:spPr/>
    </dgm:pt>
    <dgm:pt modelId="{100AF461-9C85-44D2-B39F-5506389DCC5A}">
      <dgm:prSet phldr="0"/>
      <dgm:spPr/>
      <dgm:t>
        <a:bodyPr/>
        <a:lstStyle/>
        <a:p>
          <a:r>
            <a:rPr lang="hu-HU" sz="1600" noProof="1">
              <a:latin typeface="Aptos Narrow"/>
            </a:rPr>
            <a:t>Adatbázis és MongoDB kódbázis egyszerűsítése a mongodb-react-app-ban, valamint a két alprojekt összevonása a full-react-app-ba.</a:t>
          </a:r>
        </a:p>
      </dgm:t>
    </dgm:pt>
    <dgm:pt modelId="{FA1C6C42-C5F1-4BD2-9867-B9D3A1A75070}" type="parTrans" cxnId="{E9E0AB7D-0CA9-4D4A-8157-AE06A20D7033}">
      <dgm:prSet/>
      <dgm:spPr/>
    </dgm:pt>
    <dgm:pt modelId="{E187C715-CCFF-4FDB-A27C-FC9F4F96C02C}" type="sibTrans" cxnId="{E9E0AB7D-0CA9-4D4A-8157-AE06A20D7033}">
      <dgm:prSet/>
      <dgm:spPr/>
    </dgm:pt>
    <dgm:pt modelId="{CB93F96D-CBF0-495A-AC41-72E8FE30291C}">
      <dgm:prSet phldr="0"/>
      <dgm:spPr/>
      <dgm:t>
        <a:bodyPr/>
        <a:lstStyle/>
        <a:p>
          <a:r>
            <a:rPr lang="hu-HU" sz="2000" b="0" noProof="1">
              <a:latin typeface="Aptos Narrow"/>
              <a:ea typeface="Calibri Light"/>
              <a:cs typeface="Calibri Light"/>
            </a:rPr>
            <a:t>Előfizetés-rendszer, stilisztikai változtatások, valamint kisebb javítások. Dokumentáció további írása TeX és Org Mode szoftverekben.</a:t>
          </a:r>
          <a:endParaRPr lang="hu-HU" sz="1800" b="0" noProof="1">
            <a:latin typeface="Calibri Light"/>
            <a:ea typeface="Calibri Light"/>
            <a:cs typeface="Calibri Light"/>
          </a:endParaRPr>
        </a:p>
      </dgm:t>
    </dgm:pt>
    <dgm:pt modelId="{82A6F182-15CA-4F87-9609-76C6B6A4E6E0}" type="parTrans" cxnId="{E1EDF439-1891-4E7C-8F8D-E1077978B322}">
      <dgm:prSet/>
      <dgm:spPr/>
    </dgm:pt>
    <dgm:pt modelId="{0B24342A-1250-4220-8B1E-7C6769D48394}" type="sibTrans" cxnId="{E1EDF439-1891-4E7C-8F8D-E1077978B322}">
      <dgm:prSet/>
      <dgm:spPr/>
    </dgm:pt>
    <dgm:pt modelId="{20D60012-9B43-4BE3-BAEF-F358232E911B}">
      <dgm:prSet phldr="0"/>
      <dgm:spPr/>
      <dgm:t>
        <a:bodyPr/>
        <a:lstStyle/>
        <a:p>
          <a:r>
            <a:rPr lang="hu-HU" sz="2000" b="0" noProof="1">
              <a:latin typeface="Aptos Narrow"/>
            </a:rPr>
            <a:t>Weboldal optimalizálása, tesztelése, hibák javítása, profil rész fejlesztése</a:t>
          </a:r>
        </a:p>
      </dgm:t>
    </dgm:pt>
    <dgm:pt modelId="{A9C2B36F-7B7E-4C34-B218-DF24E20D5E14}" type="parTrans" cxnId="{E7DD6F83-1A44-4AD2-883F-FFB8F2EEBD17}">
      <dgm:prSet/>
      <dgm:spPr/>
    </dgm:pt>
    <dgm:pt modelId="{64587E30-609C-4B7E-B64F-8E4FEDAA62C1}" type="sibTrans" cxnId="{E7DD6F83-1A44-4AD2-883F-FFB8F2EEBD17}">
      <dgm:prSet/>
      <dgm:spPr/>
    </dgm:pt>
    <dgm:pt modelId="{2F18CDC5-62FD-4BAB-A9B2-A2E83D9AAE94}">
      <dgm:prSet phldr="0"/>
      <dgm:spPr/>
      <dgm:t>
        <a:bodyPr/>
        <a:lstStyle/>
        <a:p>
          <a:pPr>
            <a:defRPr b="1"/>
          </a:pPr>
          <a:r>
            <a:rPr lang="hu-HU" sz="2400" b="0" noProof="1">
              <a:latin typeface="Aptos Narrow"/>
            </a:rPr>
            <a:t>Március</a:t>
          </a:r>
        </a:p>
      </dgm:t>
    </dgm:pt>
    <dgm:pt modelId="{0C8ED20D-F44A-446D-B52C-05F3E1970817}" type="parTrans" cxnId="{446F3E32-3509-43E6-BB50-0105DC75E46E}">
      <dgm:prSet/>
      <dgm:spPr/>
    </dgm:pt>
    <dgm:pt modelId="{273EF385-ED85-4DC6-9187-E9A9FA34EADB}" type="sibTrans" cxnId="{446F3E32-3509-43E6-BB50-0105DC75E46E}">
      <dgm:prSet/>
      <dgm:spPr/>
    </dgm:pt>
    <dgm:pt modelId="{B5B89C97-15F5-4453-96F2-885C9EB55AFB}">
      <dgm:prSet phldr="0"/>
      <dgm:spPr/>
      <dgm:t>
        <a:bodyPr/>
        <a:lstStyle/>
        <a:p>
          <a:pPr rtl="0"/>
          <a:r>
            <a:rPr lang="hu-HU" sz="2000" b="0" noProof="1">
              <a:latin typeface="Aptos Narrow"/>
            </a:rPr>
            <a:t>Tesztelés, dokumentáció, alkalmazás befejezése</a:t>
          </a:r>
        </a:p>
      </dgm:t>
    </dgm:pt>
    <dgm:pt modelId="{F9D8BD32-C161-41E0-8A5F-4F2CA266CAD5}" type="parTrans" cxnId="{990A40ED-5B13-4788-99C9-2E3322E5E08D}">
      <dgm:prSet/>
      <dgm:spPr/>
    </dgm:pt>
    <dgm:pt modelId="{ACC9EC59-4FC1-42A5-A32D-01E7786E1A85}" type="sibTrans" cxnId="{990A40ED-5B13-4788-99C9-2E3322E5E08D}">
      <dgm:prSet/>
      <dgm:spPr/>
    </dgm:pt>
    <dgm:pt modelId="{D799E0A2-CB94-45AA-B86D-9E04EF1DD7F4}">
      <dgm:prSet phldr="0"/>
      <dgm:spPr/>
      <dgm:t>
        <a:bodyPr/>
        <a:lstStyle/>
        <a:p>
          <a:pPr>
            <a:defRPr b="1"/>
          </a:pPr>
          <a:r>
            <a:rPr lang="hu-HU" sz="2400" b="0" noProof="1">
              <a:latin typeface="Aptos Narrow"/>
            </a:rPr>
            <a:t>Április</a:t>
          </a:r>
          <a:endParaRPr lang="hu-HU" sz="2000" b="0" noProof="1">
            <a:latin typeface="Aptos Narrow"/>
          </a:endParaRPr>
        </a:p>
      </dgm:t>
    </dgm:pt>
    <dgm:pt modelId="{9E881245-F87B-4AA2-AFE2-42B633376A40}" type="parTrans" cxnId="{5ECB4E19-19C0-4FE2-9B30-F0F4687FF16A}">
      <dgm:prSet/>
      <dgm:spPr/>
    </dgm:pt>
    <dgm:pt modelId="{09BA2ACF-1B9F-4FD9-B2BB-5BC75545CD13}" type="sibTrans" cxnId="{5ECB4E19-19C0-4FE2-9B30-F0F4687FF16A}">
      <dgm:prSet/>
      <dgm:spPr/>
    </dgm:pt>
    <dgm:pt modelId="{65568241-BA2E-45BC-B688-7DA763831EB9}" type="pres">
      <dgm:prSet presAssocID="{06D1C813-61C6-46FF-9BBC-B270A9C48667}" presName="root" presStyleCnt="0">
        <dgm:presLayoutVars>
          <dgm:chMax/>
          <dgm:chPref/>
          <dgm:animLvl val="lvl"/>
        </dgm:presLayoutVars>
      </dgm:prSet>
      <dgm:spPr/>
    </dgm:pt>
    <dgm:pt modelId="{7E1A7255-4079-4F48-91D7-A47EE491B6DF}" type="pres">
      <dgm:prSet presAssocID="{06D1C813-61C6-46FF-9BBC-B270A9C48667}" presName="divider" presStyleLbl="fgAcc1" presStyleIdx="0" presStyleCnt="1"/>
      <dgm:spPr/>
    </dgm:pt>
    <dgm:pt modelId="{388E4E93-1EC4-4E0D-8A02-D45B3B621861}" type="pres">
      <dgm:prSet presAssocID="{06D1C813-61C6-46FF-9BBC-B270A9C48667}" presName="nodes" presStyleCnt="0">
        <dgm:presLayoutVars>
          <dgm:chMax/>
          <dgm:chPref/>
          <dgm:animLvl val="lvl"/>
        </dgm:presLayoutVars>
      </dgm:prSet>
      <dgm:spPr/>
    </dgm:pt>
    <dgm:pt modelId="{3490892E-DB34-4B51-9BB4-5FFB21BAC69D}" type="pres">
      <dgm:prSet presAssocID="{786489CC-1796-4D5C-A1CF-637276B3B106}" presName="composite" presStyleCnt="0"/>
      <dgm:spPr/>
    </dgm:pt>
    <dgm:pt modelId="{DFC986B3-F5CA-476A-9999-221B6A46F514}" type="pres">
      <dgm:prSet presAssocID="{786489CC-1796-4D5C-A1CF-637276B3B106}" presName="L1TextContainer" presStyleLbl="alignNode1" presStyleIdx="0" presStyleCnt="8">
        <dgm:presLayoutVars>
          <dgm:chMax val="1"/>
          <dgm:chPref val="1"/>
          <dgm:bulletEnabled val="1"/>
        </dgm:presLayoutVars>
      </dgm:prSet>
      <dgm:spPr/>
    </dgm:pt>
    <dgm:pt modelId="{5C6DB70B-F9D6-494F-8AD2-F21625B106CD}" type="pres">
      <dgm:prSet presAssocID="{786489CC-1796-4D5C-A1CF-637276B3B106}" presName="L2TextContainerWrapper" presStyleCnt="0">
        <dgm:presLayoutVars>
          <dgm:bulletEnabled val="1"/>
        </dgm:presLayoutVars>
      </dgm:prSet>
      <dgm:spPr/>
    </dgm:pt>
    <dgm:pt modelId="{D1595CB2-8349-48A2-9B36-3D95B7A348B8}" type="pres">
      <dgm:prSet presAssocID="{786489CC-1796-4D5C-A1CF-637276B3B106}" presName="L2TextContainer" presStyleLbl="bgAccFollowNode1" presStyleIdx="0" presStyleCnt="8"/>
      <dgm:spPr/>
    </dgm:pt>
    <dgm:pt modelId="{E5D0BB07-E7F6-45EC-A13F-3374182AE901}" type="pres">
      <dgm:prSet presAssocID="{786489CC-1796-4D5C-A1CF-637276B3B106}" presName="FlexibleEmptyPlaceHolder" presStyleCnt="0"/>
      <dgm:spPr/>
    </dgm:pt>
    <dgm:pt modelId="{AB5942EE-653C-4D00-ABA1-29C1F07088BE}" type="pres">
      <dgm:prSet presAssocID="{786489CC-1796-4D5C-A1CF-637276B3B106}" presName="ConnectLine" presStyleLbl="sibTrans1D1" presStyleIdx="0" presStyleCnt="8"/>
      <dgm:spPr/>
    </dgm:pt>
    <dgm:pt modelId="{8099F508-AC4D-4063-BBB6-5CB21F83B840}" type="pres">
      <dgm:prSet presAssocID="{786489CC-1796-4D5C-A1CF-637276B3B106}" presName="ConnectorPoint" presStyleLbl="node1" presStyleIdx="0" presStyleCnt="8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F7D7B49C-7921-4EF9-AB1E-CE27A77F9DC2}" type="pres">
      <dgm:prSet presAssocID="{786489CC-1796-4D5C-A1CF-637276B3B106}" presName="EmptyPlaceHolder" presStyleCnt="0"/>
      <dgm:spPr/>
    </dgm:pt>
    <dgm:pt modelId="{4340309B-096C-4FBC-B5EA-4AFDA16A7D64}" type="pres">
      <dgm:prSet presAssocID="{9BB29B23-F6D4-43AF-BE66-8797535095A8}" presName="spaceBetweenRectangles" presStyleCnt="0"/>
      <dgm:spPr/>
    </dgm:pt>
    <dgm:pt modelId="{EDB9A470-8340-4A55-9E04-48F737468972}" type="pres">
      <dgm:prSet presAssocID="{358574AC-40FB-4B93-A804-1E110F8BF794}" presName="composite" presStyleCnt="0"/>
      <dgm:spPr/>
    </dgm:pt>
    <dgm:pt modelId="{00DEE6A9-1B80-4CA5-AF0F-79E24D6236D4}" type="pres">
      <dgm:prSet presAssocID="{358574AC-40FB-4B93-A804-1E110F8BF794}" presName="L1TextContainer" presStyleLbl="alignNode1" presStyleIdx="1" presStyleCnt="8">
        <dgm:presLayoutVars>
          <dgm:chMax val="1"/>
          <dgm:chPref val="1"/>
          <dgm:bulletEnabled val="1"/>
        </dgm:presLayoutVars>
      </dgm:prSet>
      <dgm:spPr/>
    </dgm:pt>
    <dgm:pt modelId="{82E98074-53E3-4F7E-B084-F6E2B60C0926}" type="pres">
      <dgm:prSet presAssocID="{358574AC-40FB-4B93-A804-1E110F8BF794}" presName="L2TextContainerWrapper" presStyleCnt="0">
        <dgm:presLayoutVars>
          <dgm:bulletEnabled val="1"/>
        </dgm:presLayoutVars>
      </dgm:prSet>
      <dgm:spPr/>
    </dgm:pt>
    <dgm:pt modelId="{FBE1782C-9F58-4D7E-AEA6-D4DB7E57F7C5}" type="pres">
      <dgm:prSet presAssocID="{358574AC-40FB-4B93-A804-1E110F8BF794}" presName="L2TextContainer" presStyleLbl="bgAccFollowNode1" presStyleIdx="1" presStyleCnt="8"/>
      <dgm:spPr/>
    </dgm:pt>
    <dgm:pt modelId="{C81F3259-242C-497E-8322-4B1D7AF1F5E9}" type="pres">
      <dgm:prSet presAssocID="{358574AC-40FB-4B93-A804-1E110F8BF794}" presName="FlexibleEmptyPlaceHolder" presStyleCnt="0"/>
      <dgm:spPr/>
    </dgm:pt>
    <dgm:pt modelId="{34A55638-715B-48C4-8672-DB4AE5EA8A48}" type="pres">
      <dgm:prSet presAssocID="{358574AC-40FB-4B93-A804-1E110F8BF794}" presName="ConnectLine" presStyleLbl="sibTrans1D1" presStyleIdx="1" presStyleCnt="8"/>
      <dgm:spPr/>
    </dgm:pt>
    <dgm:pt modelId="{5007BC28-8D83-42EB-BFD8-0DAF5FD54D04}" type="pres">
      <dgm:prSet presAssocID="{358574AC-40FB-4B93-A804-1E110F8BF794}" presName="ConnectorPoint" presStyleLbl="node1" presStyleIdx="1" presStyleCnt="8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55FE477E-B4BD-4496-A528-B06A12E29278}" type="pres">
      <dgm:prSet presAssocID="{358574AC-40FB-4B93-A804-1E110F8BF794}" presName="EmptyPlaceHolder" presStyleCnt="0"/>
      <dgm:spPr/>
    </dgm:pt>
    <dgm:pt modelId="{2B0A643D-E61D-45D2-A693-BAEDA21C6B01}" type="pres">
      <dgm:prSet presAssocID="{3EEE98C8-AB84-45FA-B675-7D0AF65A4F26}" presName="spaceBetweenRectangles" presStyleCnt="0"/>
      <dgm:spPr/>
    </dgm:pt>
    <dgm:pt modelId="{9CAC4139-CA07-421F-B1DA-780CB8B68AC8}" type="pres">
      <dgm:prSet presAssocID="{3CB7CB78-0783-4A18-8446-DF46A1E7EDCB}" presName="composite" presStyleCnt="0"/>
      <dgm:spPr/>
    </dgm:pt>
    <dgm:pt modelId="{42FFA578-891A-46DB-A54B-1430D871B0D7}" type="pres">
      <dgm:prSet presAssocID="{3CB7CB78-0783-4A18-8446-DF46A1E7EDCB}" presName="L1TextContainer" presStyleLbl="alignNode1" presStyleIdx="2" presStyleCnt="8">
        <dgm:presLayoutVars>
          <dgm:chMax val="1"/>
          <dgm:chPref val="1"/>
          <dgm:bulletEnabled val="1"/>
        </dgm:presLayoutVars>
      </dgm:prSet>
      <dgm:spPr/>
    </dgm:pt>
    <dgm:pt modelId="{76B6ACEF-0722-4CBD-9F62-4D1B9CEDD8D5}" type="pres">
      <dgm:prSet presAssocID="{3CB7CB78-0783-4A18-8446-DF46A1E7EDCB}" presName="L2TextContainerWrapper" presStyleCnt="0">
        <dgm:presLayoutVars>
          <dgm:bulletEnabled val="1"/>
        </dgm:presLayoutVars>
      </dgm:prSet>
      <dgm:spPr/>
    </dgm:pt>
    <dgm:pt modelId="{B6305513-60D0-4BA0-963A-CC862ABC6B29}" type="pres">
      <dgm:prSet presAssocID="{3CB7CB78-0783-4A18-8446-DF46A1E7EDCB}" presName="L2TextContainer" presStyleLbl="bgAccFollowNode1" presStyleIdx="2" presStyleCnt="8"/>
      <dgm:spPr/>
    </dgm:pt>
    <dgm:pt modelId="{9526DBE2-D0F3-459F-B94F-DF2B5B3FFDA9}" type="pres">
      <dgm:prSet presAssocID="{3CB7CB78-0783-4A18-8446-DF46A1E7EDCB}" presName="FlexibleEmptyPlaceHolder" presStyleCnt="0"/>
      <dgm:spPr/>
    </dgm:pt>
    <dgm:pt modelId="{F1445077-BE56-48AF-B70F-EC27B62F32A1}" type="pres">
      <dgm:prSet presAssocID="{3CB7CB78-0783-4A18-8446-DF46A1E7EDCB}" presName="ConnectLine" presStyleLbl="sibTrans1D1" presStyleIdx="2" presStyleCnt="8"/>
      <dgm:spPr/>
    </dgm:pt>
    <dgm:pt modelId="{056CC28D-9E86-4EAB-ACD9-BD098D5F02B3}" type="pres">
      <dgm:prSet presAssocID="{3CB7CB78-0783-4A18-8446-DF46A1E7EDCB}" presName="ConnectorPoint" presStyleLbl="node1" presStyleIdx="2" presStyleCnt="8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3CEB5CBB-B755-4CE6-9329-6D676721AA53}" type="pres">
      <dgm:prSet presAssocID="{3CB7CB78-0783-4A18-8446-DF46A1E7EDCB}" presName="EmptyPlaceHolder" presStyleCnt="0"/>
      <dgm:spPr/>
    </dgm:pt>
    <dgm:pt modelId="{61204158-AC3F-4D60-9E08-88B2B7F13CBF}" type="pres">
      <dgm:prSet presAssocID="{3D23CA83-1000-4E21-9096-9CF1318BE84C}" presName="spaceBetweenRectangles" presStyleCnt="0"/>
      <dgm:spPr/>
    </dgm:pt>
    <dgm:pt modelId="{D18B6F49-048A-41C3-892E-EF50A7EF282C}" type="pres">
      <dgm:prSet presAssocID="{DE727435-ED3E-43F4-938D-9BD9B14C7731}" presName="composite" presStyleCnt="0"/>
      <dgm:spPr/>
    </dgm:pt>
    <dgm:pt modelId="{30B387D0-E0B9-4656-A739-2210F053237B}" type="pres">
      <dgm:prSet presAssocID="{DE727435-ED3E-43F4-938D-9BD9B14C7731}" presName="L1TextContainer" presStyleLbl="alignNode1" presStyleIdx="3" presStyleCnt="8">
        <dgm:presLayoutVars>
          <dgm:chMax val="1"/>
          <dgm:chPref val="1"/>
          <dgm:bulletEnabled val="1"/>
        </dgm:presLayoutVars>
      </dgm:prSet>
      <dgm:spPr/>
    </dgm:pt>
    <dgm:pt modelId="{8453FB7D-0310-447B-A46A-959E363EA71D}" type="pres">
      <dgm:prSet presAssocID="{DE727435-ED3E-43F4-938D-9BD9B14C7731}" presName="L2TextContainerWrapper" presStyleCnt="0">
        <dgm:presLayoutVars>
          <dgm:bulletEnabled val="1"/>
        </dgm:presLayoutVars>
      </dgm:prSet>
      <dgm:spPr/>
    </dgm:pt>
    <dgm:pt modelId="{D77446D9-AC7B-4B7B-AEBB-80E92A2D9E2C}" type="pres">
      <dgm:prSet presAssocID="{DE727435-ED3E-43F4-938D-9BD9B14C7731}" presName="L2TextContainer" presStyleLbl="bgAccFollowNode1" presStyleIdx="3" presStyleCnt="8"/>
      <dgm:spPr/>
    </dgm:pt>
    <dgm:pt modelId="{C2E56CFF-A6A5-4807-A3E0-E6DC7730CF79}" type="pres">
      <dgm:prSet presAssocID="{DE727435-ED3E-43F4-938D-9BD9B14C7731}" presName="FlexibleEmptyPlaceHolder" presStyleCnt="0"/>
      <dgm:spPr/>
    </dgm:pt>
    <dgm:pt modelId="{16FB0E67-0523-4F7D-B697-A386DF9D94CC}" type="pres">
      <dgm:prSet presAssocID="{DE727435-ED3E-43F4-938D-9BD9B14C7731}" presName="ConnectLine" presStyleLbl="sibTrans1D1" presStyleIdx="3" presStyleCnt="8"/>
      <dgm:spPr/>
    </dgm:pt>
    <dgm:pt modelId="{4EFCE74F-7768-48C2-A825-B483FAE02342}" type="pres">
      <dgm:prSet presAssocID="{DE727435-ED3E-43F4-938D-9BD9B14C7731}" presName="ConnectorPoint" presStyleLbl="node1" presStyleIdx="3" presStyleCnt="8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7A9E5A67-51CD-4DCE-B334-454555E8C275}" type="pres">
      <dgm:prSet presAssocID="{DE727435-ED3E-43F4-938D-9BD9B14C7731}" presName="EmptyPlaceHolder" presStyleCnt="0"/>
      <dgm:spPr/>
    </dgm:pt>
    <dgm:pt modelId="{E8A70679-2DED-487C-B483-84C4472C60C2}" type="pres">
      <dgm:prSet presAssocID="{DA6F10C8-D7D2-41E7-BE33-77F7078D215D}" presName="spaceBetweenRectangles" presStyleCnt="0"/>
      <dgm:spPr/>
    </dgm:pt>
    <dgm:pt modelId="{688F196F-0F8A-4A92-8F2A-61E67B87B1AD}" type="pres">
      <dgm:prSet presAssocID="{3BE9DB9C-C91E-47CF-8615-B1C5DA871FB9}" presName="composite" presStyleCnt="0"/>
      <dgm:spPr/>
    </dgm:pt>
    <dgm:pt modelId="{2737D8F2-3CCA-4817-8275-8E43AEA85AEC}" type="pres">
      <dgm:prSet presAssocID="{3BE9DB9C-C91E-47CF-8615-B1C5DA871FB9}" presName="L1TextContainer" presStyleLbl="alignNode1" presStyleIdx="4" presStyleCnt="8">
        <dgm:presLayoutVars>
          <dgm:chMax val="1"/>
          <dgm:chPref val="1"/>
          <dgm:bulletEnabled val="1"/>
        </dgm:presLayoutVars>
      </dgm:prSet>
      <dgm:spPr/>
    </dgm:pt>
    <dgm:pt modelId="{A1DAF7FA-CB95-4B4F-BF18-44BBCB487CE1}" type="pres">
      <dgm:prSet presAssocID="{3BE9DB9C-C91E-47CF-8615-B1C5DA871FB9}" presName="L2TextContainerWrapper" presStyleCnt="0">
        <dgm:presLayoutVars>
          <dgm:bulletEnabled val="1"/>
        </dgm:presLayoutVars>
      </dgm:prSet>
      <dgm:spPr/>
    </dgm:pt>
    <dgm:pt modelId="{2DD2A1B0-1DC4-4B57-9026-298DBE7AB8ED}" type="pres">
      <dgm:prSet presAssocID="{3BE9DB9C-C91E-47CF-8615-B1C5DA871FB9}" presName="L2TextContainer" presStyleLbl="bgAccFollowNode1" presStyleIdx="4" presStyleCnt="8"/>
      <dgm:spPr/>
    </dgm:pt>
    <dgm:pt modelId="{D906564F-5594-414F-8489-61E7CBEBC292}" type="pres">
      <dgm:prSet presAssocID="{3BE9DB9C-C91E-47CF-8615-B1C5DA871FB9}" presName="FlexibleEmptyPlaceHolder" presStyleCnt="0"/>
      <dgm:spPr/>
    </dgm:pt>
    <dgm:pt modelId="{82FFC1DD-37E7-4B2A-B67D-A6D2A2BFA1F2}" type="pres">
      <dgm:prSet presAssocID="{3BE9DB9C-C91E-47CF-8615-B1C5DA871FB9}" presName="ConnectLine" presStyleLbl="sibTrans1D1" presStyleIdx="4" presStyleCnt="8"/>
      <dgm:spPr/>
    </dgm:pt>
    <dgm:pt modelId="{17CCA39E-CFD7-4609-B62D-70A957A88296}" type="pres">
      <dgm:prSet presAssocID="{3BE9DB9C-C91E-47CF-8615-B1C5DA871FB9}" presName="ConnectorPoint" presStyleLbl="node1" presStyleIdx="4" presStyleCnt="8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584C4BC3-655E-4A93-9982-1CFB88CE1AFA}" type="pres">
      <dgm:prSet presAssocID="{3BE9DB9C-C91E-47CF-8615-B1C5DA871FB9}" presName="EmptyPlaceHolder" presStyleCnt="0"/>
      <dgm:spPr/>
    </dgm:pt>
    <dgm:pt modelId="{277BDA42-7E46-4C13-8FE3-090C8302981E}" type="pres">
      <dgm:prSet presAssocID="{4A35367C-6389-4AC4-BFFF-1DDEBD8972DD}" presName="spaceBetweenRectangles" presStyleCnt="0"/>
      <dgm:spPr/>
    </dgm:pt>
    <dgm:pt modelId="{F1BB86E0-F88A-4DDA-A210-2F24BC618910}" type="pres">
      <dgm:prSet presAssocID="{4EB1A6C8-DFEF-4C91-A876-4B91E2C48B08}" presName="composite" presStyleCnt="0"/>
      <dgm:spPr/>
    </dgm:pt>
    <dgm:pt modelId="{8DE7EE14-5C11-4B54-ADF5-E37C2202E50A}" type="pres">
      <dgm:prSet presAssocID="{4EB1A6C8-DFEF-4C91-A876-4B91E2C48B08}" presName="L1TextContainer" presStyleLbl="alignNode1" presStyleIdx="5" presStyleCnt="8">
        <dgm:presLayoutVars>
          <dgm:chMax val="1"/>
          <dgm:chPref val="1"/>
          <dgm:bulletEnabled val="1"/>
        </dgm:presLayoutVars>
      </dgm:prSet>
      <dgm:spPr/>
    </dgm:pt>
    <dgm:pt modelId="{FA64D1A8-137C-4A35-AC0E-D149F98C2C7D}" type="pres">
      <dgm:prSet presAssocID="{4EB1A6C8-DFEF-4C91-A876-4B91E2C48B08}" presName="L2TextContainerWrapper" presStyleCnt="0">
        <dgm:presLayoutVars>
          <dgm:bulletEnabled val="1"/>
        </dgm:presLayoutVars>
      </dgm:prSet>
      <dgm:spPr/>
    </dgm:pt>
    <dgm:pt modelId="{6679185C-DF70-4BD9-84DF-940262944117}" type="pres">
      <dgm:prSet presAssocID="{4EB1A6C8-DFEF-4C91-A876-4B91E2C48B08}" presName="L2TextContainer" presStyleLbl="bgAccFollowNode1" presStyleIdx="5" presStyleCnt="8"/>
      <dgm:spPr/>
    </dgm:pt>
    <dgm:pt modelId="{945ABF45-1E2B-441E-84BE-9105D2E3AB42}" type="pres">
      <dgm:prSet presAssocID="{4EB1A6C8-DFEF-4C91-A876-4B91E2C48B08}" presName="FlexibleEmptyPlaceHolder" presStyleCnt="0"/>
      <dgm:spPr/>
    </dgm:pt>
    <dgm:pt modelId="{A6FC8E5A-9C7B-437D-B833-5B885B068BFE}" type="pres">
      <dgm:prSet presAssocID="{4EB1A6C8-DFEF-4C91-A876-4B91E2C48B08}" presName="ConnectLine" presStyleLbl="sibTrans1D1" presStyleIdx="5" presStyleCnt="8"/>
      <dgm:spPr/>
    </dgm:pt>
    <dgm:pt modelId="{170267F1-6BF8-4ACE-BBFE-53EF20B27CA1}" type="pres">
      <dgm:prSet presAssocID="{4EB1A6C8-DFEF-4C91-A876-4B91E2C48B08}" presName="ConnectorPoint" presStyleLbl="node1" presStyleIdx="5" presStyleCnt="8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142811A5-80BE-41DA-9CE6-9BBA8C72D7CC}" type="pres">
      <dgm:prSet presAssocID="{4EB1A6C8-DFEF-4C91-A876-4B91E2C48B08}" presName="EmptyPlaceHolder" presStyleCnt="0"/>
      <dgm:spPr/>
    </dgm:pt>
    <dgm:pt modelId="{38DADFFE-94F2-4EAC-950D-9AB7478BAAD2}" type="pres">
      <dgm:prSet presAssocID="{1FFAC47D-7691-4A03-96BC-0A80A6C1A3FD}" presName="spaceBetweenRectangles" presStyleCnt="0"/>
      <dgm:spPr/>
    </dgm:pt>
    <dgm:pt modelId="{A680D311-1625-47C7-BB2F-E8F4D9B9CEC1}" type="pres">
      <dgm:prSet presAssocID="{2F18CDC5-62FD-4BAB-A9B2-A2E83D9AAE94}" presName="composite" presStyleCnt="0"/>
      <dgm:spPr/>
    </dgm:pt>
    <dgm:pt modelId="{8386071B-0FC6-4CCC-A045-BF8B9C41D977}" type="pres">
      <dgm:prSet presAssocID="{2F18CDC5-62FD-4BAB-A9B2-A2E83D9AAE94}" presName="L1TextContainer" presStyleLbl="alignNode1" presStyleIdx="6" presStyleCnt="8">
        <dgm:presLayoutVars>
          <dgm:chMax val="1"/>
          <dgm:chPref val="1"/>
          <dgm:bulletEnabled val="1"/>
        </dgm:presLayoutVars>
      </dgm:prSet>
      <dgm:spPr/>
    </dgm:pt>
    <dgm:pt modelId="{884035B4-663E-4F48-8088-690BA820A4ED}" type="pres">
      <dgm:prSet presAssocID="{2F18CDC5-62FD-4BAB-A9B2-A2E83D9AAE94}" presName="L2TextContainerWrapper" presStyleCnt="0">
        <dgm:presLayoutVars>
          <dgm:bulletEnabled val="1"/>
        </dgm:presLayoutVars>
      </dgm:prSet>
      <dgm:spPr/>
    </dgm:pt>
    <dgm:pt modelId="{FA3600A5-7178-40A5-875B-E84BABA15395}" type="pres">
      <dgm:prSet presAssocID="{2F18CDC5-62FD-4BAB-A9B2-A2E83D9AAE94}" presName="L2TextContainer" presStyleLbl="bgAccFollowNode1" presStyleIdx="6" presStyleCnt="8"/>
      <dgm:spPr/>
    </dgm:pt>
    <dgm:pt modelId="{31352109-779C-4A6B-BF0A-5784F2C966BC}" type="pres">
      <dgm:prSet presAssocID="{2F18CDC5-62FD-4BAB-A9B2-A2E83D9AAE94}" presName="FlexibleEmptyPlaceHolder" presStyleCnt="0"/>
      <dgm:spPr/>
    </dgm:pt>
    <dgm:pt modelId="{468FBA62-2062-4444-966B-403C95C2136C}" type="pres">
      <dgm:prSet presAssocID="{2F18CDC5-62FD-4BAB-A9B2-A2E83D9AAE94}" presName="ConnectLine" presStyleLbl="sibTrans1D1" presStyleIdx="6" presStyleCnt="8"/>
      <dgm:spPr/>
    </dgm:pt>
    <dgm:pt modelId="{01AD2BA2-A3B4-4C01-8B9D-314992998628}" type="pres">
      <dgm:prSet presAssocID="{2F18CDC5-62FD-4BAB-A9B2-A2E83D9AAE94}" presName="ConnectorPoint" presStyleLbl="node1" presStyleIdx="6" presStyleCnt="8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4B164FC9-7479-41F1-A4F2-3B7948BAF151}" type="pres">
      <dgm:prSet presAssocID="{2F18CDC5-62FD-4BAB-A9B2-A2E83D9AAE94}" presName="EmptyPlaceHolder" presStyleCnt="0"/>
      <dgm:spPr/>
    </dgm:pt>
    <dgm:pt modelId="{FB66B4D1-688D-49DD-B5A3-93E98535BD02}" type="pres">
      <dgm:prSet presAssocID="{273EF385-ED85-4DC6-9187-E9A9FA34EADB}" presName="spaceBetweenRectangles" presStyleCnt="0"/>
      <dgm:spPr/>
    </dgm:pt>
    <dgm:pt modelId="{2908CE38-D9EE-44B0-A6BE-6D319F605D8F}" type="pres">
      <dgm:prSet presAssocID="{D799E0A2-CB94-45AA-B86D-9E04EF1DD7F4}" presName="composite" presStyleCnt="0"/>
      <dgm:spPr/>
    </dgm:pt>
    <dgm:pt modelId="{C6284E93-BC9D-47D6-AEB4-A2BA5717CAA0}" type="pres">
      <dgm:prSet presAssocID="{D799E0A2-CB94-45AA-B86D-9E04EF1DD7F4}" presName="L1TextContainer" presStyleLbl="alignNode1" presStyleIdx="7" presStyleCnt="8">
        <dgm:presLayoutVars>
          <dgm:chMax val="1"/>
          <dgm:chPref val="1"/>
          <dgm:bulletEnabled val="1"/>
        </dgm:presLayoutVars>
      </dgm:prSet>
      <dgm:spPr/>
    </dgm:pt>
    <dgm:pt modelId="{062D4E8E-6FA1-4976-BB1E-8E4B412E8335}" type="pres">
      <dgm:prSet presAssocID="{D799E0A2-CB94-45AA-B86D-9E04EF1DD7F4}" presName="L2TextContainerWrapper" presStyleCnt="0">
        <dgm:presLayoutVars>
          <dgm:bulletEnabled val="1"/>
        </dgm:presLayoutVars>
      </dgm:prSet>
      <dgm:spPr/>
    </dgm:pt>
    <dgm:pt modelId="{E8825CB6-5533-4B72-BE30-1702947FC3DE}" type="pres">
      <dgm:prSet presAssocID="{D799E0A2-CB94-45AA-B86D-9E04EF1DD7F4}" presName="L2TextContainer" presStyleLbl="bgAccFollowNode1" presStyleIdx="7" presStyleCnt="8"/>
      <dgm:spPr/>
    </dgm:pt>
    <dgm:pt modelId="{A71577CD-F300-4BD5-9697-504228C73FF1}" type="pres">
      <dgm:prSet presAssocID="{D799E0A2-CB94-45AA-B86D-9E04EF1DD7F4}" presName="FlexibleEmptyPlaceHolder" presStyleCnt="0"/>
      <dgm:spPr/>
    </dgm:pt>
    <dgm:pt modelId="{86C305C5-3AAA-4751-812D-F81B140040C3}" type="pres">
      <dgm:prSet presAssocID="{D799E0A2-CB94-45AA-B86D-9E04EF1DD7F4}" presName="ConnectLine" presStyleLbl="sibTrans1D1" presStyleIdx="7" presStyleCnt="8"/>
      <dgm:spPr/>
    </dgm:pt>
    <dgm:pt modelId="{F2B9F022-98C7-4564-97A1-974D781281E0}" type="pres">
      <dgm:prSet presAssocID="{D799E0A2-CB94-45AA-B86D-9E04EF1DD7F4}" presName="ConnectorPoint" presStyleLbl="node1" presStyleIdx="7" presStyleCnt="8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F4FB419B-990E-47B0-B3F5-7BD69D3AFDCA}" type="pres">
      <dgm:prSet presAssocID="{D799E0A2-CB94-45AA-B86D-9E04EF1DD7F4}" presName="EmptyPlaceHolder" presStyleCnt="0"/>
      <dgm:spPr/>
    </dgm:pt>
  </dgm:ptLst>
  <dgm:cxnLst>
    <dgm:cxn modelId="{96C63213-3018-45BA-9B46-D8AFA363766C}" srcId="{06D1C813-61C6-46FF-9BBC-B270A9C48667}" destId="{786489CC-1796-4D5C-A1CF-637276B3B106}" srcOrd="0" destOrd="0" parTransId="{DD9A7426-DA3B-4805-BA44-461E3DFCCE8B}" sibTransId="{9BB29B23-F6D4-43AF-BE66-8797535095A8}"/>
    <dgm:cxn modelId="{5ECB4E19-19C0-4FE2-9B30-F0F4687FF16A}" srcId="{06D1C813-61C6-46FF-9BBC-B270A9C48667}" destId="{D799E0A2-CB94-45AA-B86D-9E04EF1DD7F4}" srcOrd="7" destOrd="0" parTransId="{9E881245-F87B-4AA2-AFE2-42B633376A40}" sibTransId="{09BA2ACF-1B9F-4FD9-B2BB-5BC75545CD13}"/>
    <dgm:cxn modelId="{A85AC419-10A6-4613-8067-205A45B26F3C}" type="presOf" srcId="{B5B89C97-15F5-4453-96F2-885C9EB55AFB}" destId="{E8825CB6-5533-4B72-BE30-1702947FC3DE}" srcOrd="0" destOrd="0" presId="urn:microsoft.com/office/officeart/2017/3/layout/HorizontalLabelsTimeline"/>
    <dgm:cxn modelId="{FAFA4627-5BD4-445E-AFCD-11CCB1386A8C}" srcId="{06D1C813-61C6-46FF-9BBC-B270A9C48667}" destId="{3CB7CB78-0783-4A18-8446-DF46A1E7EDCB}" srcOrd="2" destOrd="0" parTransId="{11E80FE6-3BFC-420D-AF98-CCC147F86530}" sibTransId="{3D23CA83-1000-4E21-9096-9CF1318BE84C}"/>
    <dgm:cxn modelId="{20436827-6E25-4012-90EA-4F718E95C33E}" type="presOf" srcId="{4EB1A6C8-DFEF-4C91-A876-4B91E2C48B08}" destId="{8DE7EE14-5C11-4B54-ADF5-E37C2202E50A}" srcOrd="0" destOrd="0" presId="urn:microsoft.com/office/officeart/2017/3/layout/HorizontalLabelsTimeline"/>
    <dgm:cxn modelId="{632C862A-F224-47E8-955B-44E97CFF9C98}" type="presOf" srcId="{E96C1607-313E-455E-A044-1C3936BEF606}" destId="{D1595CB2-8349-48A2-9B36-3D95B7A348B8}" srcOrd="0" destOrd="0" presId="urn:microsoft.com/office/officeart/2017/3/layout/HorizontalLabelsTimeline"/>
    <dgm:cxn modelId="{2107812C-923F-4C57-B8DA-C47DB7515045}" srcId="{06D1C813-61C6-46FF-9BBC-B270A9C48667}" destId="{358574AC-40FB-4B93-A804-1E110F8BF794}" srcOrd="1" destOrd="0" parTransId="{C1E9FC57-C13D-41E0-B222-4BE634B3B795}" sibTransId="{3EEE98C8-AB84-45FA-B675-7D0AF65A4F26}"/>
    <dgm:cxn modelId="{446F3E32-3509-43E6-BB50-0105DC75E46E}" srcId="{06D1C813-61C6-46FF-9BBC-B270A9C48667}" destId="{2F18CDC5-62FD-4BAB-A9B2-A2E83D9AAE94}" srcOrd="6" destOrd="0" parTransId="{0C8ED20D-F44A-446D-B52C-05F3E1970817}" sibTransId="{273EF385-ED85-4DC6-9187-E9A9FA34EADB}"/>
    <dgm:cxn modelId="{31ABEE39-BF13-440C-B348-C519F8804990}" type="presOf" srcId="{2F18CDC5-62FD-4BAB-A9B2-A2E83D9AAE94}" destId="{8386071B-0FC6-4CCC-A045-BF8B9C41D977}" srcOrd="0" destOrd="0" presId="urn:microsoft.com/office/officeart/2017/3/layout/HorizontalLabelsTimeline"/>
    <dgm:cxn modelId="{E1EDF439-1891-4E7C-8F8D-E1077978B322}" srcId="{3BE9DB9C-C91E-47CF-8615-B1C5DA871FB9}" destId="{CB93F96D-CBF0-495A-AC41-72E8FE30291C}" srcOrd="0" destOrd="0" parTransId="{82A6F182-15CA-4F87-9609-76C6B6A4E6E0}" sibTransId="{0B24342A-1250-4220-8B1E-7C6769D48394}"/>
    <dgm:cxn modelId="{F71D733C-F6B7-47F3-A21D-29F674E1F1A6}" type="presOf" srcId="{312F9E14-CDB0-4E56-9DA6-FBF9F6C24E0A}" destId="{B6305513-60D0-4BA0-963A-CC862ABC6B29}" srcOrd="0" destOrd="0" presId="urn:microsoft.com/office/officeart/2017/3/layout/HorizontalLabelsTimeline"/>
    <dgm:cxn modelId="{B8DC135D-E815-4D76-B9AC-A3DFCA181B23}" type="presOf" srcId="{358574AC-40FB-4B93-A804-1E110F8BF794}" destId="{00DEE6A9-1B80-4CA5-AF0F-79E24D6236D4}" srcOrd="0" destOrd="0" presId="urn:microsoft.com/office/officeart/2017/3/layout/HorizontalLabelsTimeline"/>
    <dgm:cxn modelId="{0C752D5E-9D42-4319-BF50-5376144090CC}" type="presOf" srcId="{3887D2FB-92FE-4F90-8A1B-D11ADFFB246F}" destId="{D77446D9-AC7B-4B7B-AEBB-80E92A2D9E2C}" srcOrd="0" destOrd="0" presId="urn:microsoft.com/office/officeart/2017/3/layout/HorizontalLabelsTimeline"/>
    <dgm:cxn modelId="{7E140F44-2B47-475E-8024-AC37D51630B0}" type="presOf" srcId="{3BE9DB9C-C91E-47CF-8615-B1C5DA871FB9}" destId="{2737D8F2-3CCA-4817-8275-8E43AEA85AEC}" srcOrd="0" destOrd="0" presId="urn:microsoft.com/office/officeart/2017/3/layout/HorizontalLabelsTimeline"/>
    <dgm:cxn modelId="{D0126F4A-19AA-4911-97A1-57562A749D5B}" type="presOf" srcId="{D799E0A2-CB94-45AA-B86D-9E04EF1DD7F4}" destId="{C6284E93-BC9D-47D6-AEB4-A2BA5717CAA0}" srcOrd="0" destOrd="0" presId="urn:microsoft.com/office/officeart/2017/3/layout/HorizontalLabelsTimeline"/>
    <dgm:cxn modelId="{E8DBFD54-CCA5-499E-B613-A81366B6A7EE}" type="presOf" srcId="{786489CC-1796-4D5C-A1CF-637276B3B106}" destId="{DFC986B3-F5CA-476A-9999-221B6A46F514}" srcOrd="0" destOrd="0" presId="urn:microsoft.com/office/officeart/2017/3/layout/HorizontalLabelsTimeline"/>
    <dgm:cxn modelId="{AB08C27A-568E-4F7E-AF23-022C49FD61B1}" srcId="{4EB1A6C8-DFEF-4C91-A876-4B91E2C48B08}" destId="{C43E0201-BD21-41FE-A715-40A7E8FF9B3E}" srcOrd="0" destOrd="0" parTransId="{D035B27D-2C43-4A4D-BEBC-EE51947C4F6B}" sibTransId="{3C3A9C77-C22D-4DD8-BF87-5BC2A977B7D0}"/>
    <dgm:cxn modelId="{E9E0AB7D-0CA9-4D4A-8157-AE06A20D7033}" srcId="{358574AC-40FB-4B93-A804-1E110F8BF794}" destId="{100AF461-9C85-44D2-B39F-5506389DCC5A}" srcOrd="0" destOrd="0" parTransId="{FA1C6C42-C5F1-4BD2-9867-B9D3A1A75070}" sibTransId="{E187C715-CCFF-4FDB-A27C-FC9F4F96C02C}"/>
    <dgm:cxn modelId="{E7DD6F83-1A44-4AD2-883F-FFB8F2EEBD17}" srcId="{2F18CDC5-62FD-4BAB-A9B2-A2E83D9AAE94}" destId="{20D60012-9B43-4BE3-BAEF-F358232E911B}" srcOrd="0" destOrd="0" parTransId="{A9C2B36F-7B7E-4C34-B218-DF24E20D5E14}" sibTransId="{64587E30-609C-4B7E-B64F-8E4FEDAA62C1}"/>
    <dgm:cxn modelId="{6BF57889-6568-471E-A65F-98DF6E181AF7}" srcId="{06D1C813-61C6-46FF-9BBC-B270A9C48667}" destId="{3BE9DB9C-C91E-47CF-8615-B1C5DA871FB9}" srcOrd="4" destOrd="0" parTransId="{F46EFB48-5AE7-4C85-A216-AA8DD65ED4FF}" sibTransId="{4A35367C-6389-4AC4-BFFF-1DDEBD8972DD}"/>
    <dgm:cxn modelId="{CDA5869E-AC7B-412A-AD30-68E8D97EFB35}" srcId="{06D1C813-61C6-46FF-9BBC-B270A9C48667}" destId="{DE727435-ED3E-43F4-938D-9BD9B14C7731}" srcOrd="3" destOrd="0" parTransId="{341529F9-E5B8-4CF4-AF28-66DF5497325A}" sibTransId="{DA6F10C8-D7D2-41E7-BE33-77F7078D215D}"/>
    <dgm:cxn modelId="{73396E9F-AE30-4434-88C0-1BF561E89FDF}" type="presOf" srcId="{06D1C813-61C6-46FF-9BBC-B270A9C48667}" destId="{65568241-BA2E-45BC-B688-7DA763831EB9}" srcOrd="0" destOrd="0" presId="urn:microsoft.com/office/officeart/2017/3/layout/HorizontalLabelsTimeline"/>
    <dgm:cxn modelId="{CE542BAC-C0FD-4B52-8BB5-1FA6E41008A3}" srcId="{3CB7CB78-0783-4A18-8446-DF46A1E7EDCB}" destId="{312F9E14-CDB0-4E56-9DA6-FBF9F6C24E0A}" srcOrd="0" destOrd="0" parTransId="{4D0B1135-1C42-401F-A29B-D850D5E08DE3}" sibTransId="{AFF4323A-4401-4F3D-BE88-9D11C18855AE}"/>
    <dgm:cxn modelId="{286B06BE-0C08-47A0-9E49-D592D88BB5CC}" type="presOf" srcId="{3CB7CB78-0783-4A18-8446-DF46A1E7EDCB}" destId="{42FFA578-891A-46DB-A54B-1430D871B0D7}" srcOrd="0" destOrd="0" presId="urn:microsoft.com/office/officeart/2017/3/layout/HorizontalLabelsTimeline"/>
    <dgm:cxn modelId="{61E3E4C4-D9B3-44F8-B012-608CB37EA46C}" type="presOf" srcId="{DE727435-ED3E-43F4-938D-9BD9B14C7731}" destId="{30B387D0-E0B9-4656-A739-2210F053237B}" srcOrd="0" destOrd="0" presId="urn:microsoft.com/office/officeart/2017/3/layout/HorizontalLabelsTimeline"/>
    <dgm:cxn modelId="{83EBCDD0-B3B2-4879-AA9A-70A6837C2579}" srcId="{786489CC-1796-4D5C-A1CF-637276B3B106}" destId="{E96C1607-313E-455E-A044-1C3936BEF606}" srcOrd="0" destOrd="0" parTransId="{69AC7A11-A2C4-4BA4-B944-BFA36D4E0B9A}" sibTransId="{D86156ED-38E2-44D9-B01D-5BFB3AAA5ABE}"/>
    <dgm:cxn modelId="{5BEE19D1-D8FE-4F2A-8FEC-BD9ACD1BF106}" srcId="{06D1C813-61C6-46FF-9BBC-B270A9C48667}" destId="{4EB1A6C8-DFEF-4C91-A876-4B91E2C48B08}" srcOrd="5" destOrd="0" parTransId="{ED9D16CB-BD4E-4FC7-A98D-071582EF7277}" sibTransId="{1FFAC47D-7691-4A03-96BC-0A80A6C1A3FD}"/>
    <dgm:cxn modelId="{548C5CD4-7209-4A02-866D-34556B96A70B}" type="presOf" srcId="{20D60012-9B43-4BE3-BAEF-F358232E911B}" destId="{FA3600A5-7178-40A5-875B-E84BABA15395}" srcOrd="0" destOrd="0" presId="urn:microsoft.com/office/officeart/2017/3/layout/HorizontalLabelsTimeline"/>
    <dgm:cxn modelId="{DB292BE2-CBE6-4A71-9358-F9F792C3EADB}" type="presOf" srcId="{C43E0201-BD21-41FE-A715-40A7E8FF9B3E}" destId="{6679185C-DF70-4BD9-84DF-940262944117}" srcOrd="0" destOrd="0" presId="urn:microsoft.com/office/officeart/2017/3/layout/HorizontalLabelsTimeline"/>
    <dgm:cxn modelId="{856676E2-1A02-4260-BB07-CD40CEE4E149}" srcId="{DE727435-ED3E-43F4-938D-9BD9B14C7731}" destId="{3887D2FB-92FE-4F90-8A1B-D11ADFFB246F}" srcOrd="0" destOrd="0" parTransId="{8A27B47F-9965-434A-8150-2ECB69BAB0BE}" sibTransId="{ECEF0EF7-95EF-4C58-859A-85441C6A709A}"/>
    <dgm:cxn modelId="{BD04E9E8-FB99-4E68-9F14-B6139073F34A}" type="presOf" srcId="{CB93F96D-CBF0-495A-AC41-72E8FE30291C}" destId="{2DD2A1B0-1DC4-4B57-9026-298DBE7AB8ED}" srcOrd="0" destOrd="0" presId="urn:microsoft.com/office/officeart/2017/3/layout/HorizontalLabelsTimeline"/>
    <dgm:cxn modelId="{990A40ED-5B13-4788-99C9-2E3322E5E08D}" srcId="{D799E0A2-CB94-45AA-B86D-9E04EF1DD7F4}" destId="{B5B89C97-15F5-4453-96F2-885C9EB55AFB}" srcOrd="0" destOrd="0" parTransId="{F9D8BD32-C161-41E0-8A5F-4F2CA266CAD5}" sibTransId="{ACC9EC59-4FC1-42A5-A32D-01E7786E1A85}"/>
    <dgm:cxn modelId="{4A7301EF-FD8D-44F6-B2BA-E895FAE81DA8}" type="presOf" srcId="{100AF461-9C85-44D2-B39F-5506389DCC5A}" destId="{FBE1782C-9F58-4D7E-AEA6-D4DB7E57F7C5}" srcOrd="0" destOrd="0" presId="urn:microsoft.com/office/officeart/2017/3/layout/HorizontalLabelsTimeline"/>
    <dgm:cxn modelId="{79116846-3F7C-4A0D-BA62-1263D851ABBB}" type="presParOf" srcId="{65568241-BA2E-45BC-B688-7DA763831EB9}" destId="{7E1A7255-4079-4F48-91D7-A47EE491B6DF}" srcOrd="0" destOrd="0" presId="urn:microsoft.com/office/officeart/2017/3/layout/HorizontalLabelsTimeline"/>
    <dgm:cxn modelId="{25E81DEE-69C8-45D6-B771-827ECC434026}" type="presParOf" srcId="{65568241-BA2E-45BC-B688-7DA763831EB9}" destId="{388E4E93-1EC4-4E0D-8A02-D45B3B621861}" srcOrd="1" destOrd="0" presId="urn:microsoft.com/office/officeart/2017/3/layout/HorizontalLabelsTimeline"/>
    <dgm:cxn modelId="{FA797A5E-FF1D-48B6-9D40-83680DB6CBC5}" type="presParOf" srcId="{388E4E93-1EC4-4E0D-8A02-D45B3B621861}" destId="{3490892E-DB34-4B51-9BB4-5FFB21BAC69D}" srcOrd="0" destOrd="0" presId="urn:microsoft.com/office/officeart/2017/3/layout/HorizontalLabelsTimeline"/>
    <dgm:cxn modelId="{387D7C25-65AC-4E69-ABD6-78761A831E63}" type="presParOf" srcId="{3490892E-DB34-4B51-9BB4-5FFB21BAC69D}" destId="{DFC986B3-F5CA-476A-9999-221B6A46F514}" srcOrd="0" destOrd="0" presId="urn:microsoft.com/office/officeart/2017/3/layout/HorizontalLabelsTimeline"/>
    <dgm:cxn modelId="{E988ADFA-EFC7-4DAE-AC23-0278BA7C2D3F}" type="presParOf" srcId="{3490892E-DB34-4B51-9BB4-5FFB21BAC69D}" destId="{5C6DB70B-F9D6-494F-8AD2-F21625B106CD}" srcOrd="1" destOrd="0" presId="urn:microsoft.com/office/officeart/2017/3/layout/HorizontalLabelsTimeline"/>
    <dgm:cxn modelId="{1FBAFDD2-C08E-48B9-BD52-E25F25C1B283}" type="presParOf" srcId="{5C6DB70B-F9D6-494F-8AD2-F21625B106CD}" destId="{D1595CB2-8349-48A2-9B36-3D95B7A348B8}" srcOrd="0" destOrd="0" presId="urn:microsoft.com/office/officeart/2017/3/layout/HorizontalLabelsTimeline"/>
    <dgm:cxn modelId="{216EA3BE-B739-4FFE-9B53-4F4DF6FA5B0B}" type="presParOf" srcId="{5C6DB70B-F9D6-494F-8AD2-F21625B106CD}" destId="{E5D0BB07-E7F6-45EC-A13F-3374182AE901}" srcOrd="1" destOrd="0" presId="urn:microsoft.com/office/officeart/2017/3/layout/HorizontalLabelsTimeline"/>
    <dgm:cxn modelId="{7CED1F6E-1D5B-4029-A2BB-C00D60A8EB37}" type="presParOf" srcId="{3490892E-DB34-4B51-9BB4-5FFB21BAC69D}" destId="{AB5942EE-653C-4D00-ABA1-29C1F07088BE}" srcOrd="2" destOrd="0" presId="urn:microsoft.com/office/officeart/2017/3/layout/HorizontalLabelsTimeline"/>
    <dgm:cxn modelId="{364D8603-BB77-4207-AB24-323C3672A24C}" type="presParOf" srcId="{3490892E-DB34-4B51-9BB4-5FFB21BAC69D}" destId="{8099F508-AC4D-4063-BBB6-5CB21F83B840}" srcOrd="3" destOrd="0" presId="urn:microsoft.com/office/officeart/2017/3/layout/HorizontalLabelsTimeline"/>
    <dgm:cxn modelId="{3787B16B-9357-4432-9E07-8DC99A78AE95}" type="presParOf" srcId="{3490892E-DB34-4B51-9BB4-5FFB21BAC69D}" destId="{F7D7B49C-7921-4EF9-AB1E-CE27A77F9DC2}" srcOrd="4" destOrd="0" presId="urn:microsoft.com/office/officeart/2017/3/layout/HorizontalLabelsTimeline"/>
    <dgm:cxn modelId="{9D39EB26-D7CC-41D3-9BB9-EAD1950A62D5}" type="presParOf" srcId="{388E4E93-1EC4-4E0D-8A02-D45B3B621861}" destId="{4340309B-096C-4FBC-B5EA-4AFDA16A7D64}" srcOrd="1" destOrd="0" presId="urn:microsoft.com/office/officeart/2017/3/layout/HorizontalLabelsTimeline"/>
    <dgm:cxn modelId="{2ACEEE71-1EBE-4FFE-9E31-A8B641492143}" type="presParOf" srcId="{388E4E93-1EC4-4E0D-8A02-D45B3B621861}" destId="{EDB9A470-8340-4A55-9E04-48F737468972}" srcOrd="2" destOrd="0" presId="urn:microsoft.com/office/officeart/2017/3/layout/HorizontalLabelsTimeline"/>
    <dgm:cxn modelId="{4F98C3F7-1098-443F-917B-72A3B6BB6044}" type="presParOf" srcId="{EDB9A470-8340-4A55-9E04-48F737468972}" destId="{00DEE6A9-1B80-4CA5-AF0F-79E24D6236D4}" srcOrd="0" destOrd="0" presId="urn:microsoft.com/office/officeart/2017/3/layout/HorizontalLabelsTimeline"/>
    <dgm:cxn modelId="{891DA503-502A-4E47-9BD3-1962902BE01F}" type="presParOf" srcId="{EDB9A470-8340-4A55-9E04-48F737468972}" destId="{82E98074-53E3-4F7E-B084-F6E2B60C0926}" srcOrd="1" destOrd="0" presId="urn:microsoft.com/office/officeart/2017/3/layout/HorizontalLabelsTimeline"/>
    <dgm:cxn modelId="{CD8C89D1-3D73-4A1D-A3BD-1510EB2FE0D2}" type="presParOf" srcId="{82E98074-53E3-4F7E-B084-F6E2B60C0926}" destId="{FBE1782C-9F58-4D7E-AEA6-D4DB7E57F7C5}" srcOrd="0" destOrd="0" presId="urn:microsoft.com/office/officeart/2017/3/layout/HorizontalLabelsTimeline"/>
    <dgm:cxn modelId="{E2FBF3C1-5D99-41BD-AC59-866953C69D85}" type="presParOf" srcId="{82E98074-53E3-4F7E-B084-F6E2B60C0926}" destId="{C81F3259-242C-497E-8322-4B1D7AF1F5E9}" srcOrd="1" destOrd="0" presId="urn:microsoft.com/office/officeart/2017/3/layout/HorizontalLabelsTimeline"/>
    <dgm:cxn modelId="{94F07B7C-0BD9-4BD4-B3D4-62151DF53685}" type="presParOf" srcId="{EDB9A470-8340-4A55-9E04-48F737468972}" destId="{34A55638-715B-48C4-8672-DB4AE5EA8A48}" srcOrd="2" destOrd="0" presId="urn:microsoft.com/office/officeart/2017/3/layout/HorizontalLabelsTimeline"/>
    <dgm:cxn modelId="{C1A37381-C13B-44A3-BE4F-E4DFADC5874F}" type="presParOf" srcId="{EDB9A470-8340-4A55-9E04-48F737468972}" destId="{5007BC28-8D83-42EB-BFD8-0DAF5FD54D04}" srcOrd="3" destOrd="0" presId="urn:microsoft.com/office/officeart/2017/3/layout/HorizontalLabelsTimeline"/>
    <dgm:cxn modelId="{5C0E4E22-7736-4270-8475-4EABB50F8971}" type="presParOf" srcId="{EDB9A470-8340-4A55-9E04-48F737468972}" destId="{55FE477E-B4BD-4496-A528-B06A12E29278}" srcOrd="4" destOrd="0" presId="urn:microsoft.com/office/officeart/2017/3/layout/HorizontalLabelsTimeline"/>
    <dgm:cxn modelId="{ABB9BB4E-3BC4-4408-8C6A-C1A7A0B6DAE9}" type="presParOf" srcId="{388E4E93-1EC4-4E0D-8A02-D45B3B621861}" destId="{2B0A643D-E61D-45D2-A693-BAEDA21C6B01}" srcOrd="3" destOrd="0" presId="urn:microsoft.com/office/officeart/2017/3/layout/HorizontalLabelsTimeline"/>
    <dgm:cxn modelId="{B712FFA4-C607-4408-B341-4C89144E8B6C}" type="presParOf" srcId="{388E4E93-1EC4-4E0D-8A02-D45B3B621861}" destId="{9CAC4139-CA07-421F-B1DA-780CB8B68AC8}" srcOrd="4" destOrd="0" presId="urn:microsoft.com/office/officeart/2017/3/layout/HorizontalLabelsTimeline"/>
    <dgm:cxn modelId="{2004AD1E-A675-4BF0-87E7-8D39F48C8807}" type="presParOf" srcId="{9CAC4139-CA07-421F-B1DA-780CB8B68AC8}" destId="{42FFA578-891A-46DB-A54B-1430D871B0D7}" srcOrd="0" destOrd="0" presId="urn:microsoft.com/office/officeart/2017/3/layout/HorizontalLabelsTimeline"/>
    <dgm:cxn modelId="{B68219A8-02A2-4216-840C-313D800C75F8}" type="presParOf" srcId="{9CAC4139-CA07-421F-B1DA-780CB8B68AC8}" destId="{76B6ACEF-0722-4CBD-9F62-4D1B9CEDD8D5}" srcOrd="1" destOrd="0" presId="urn:microsoft.com/office/officeart/2017/3/layout/HorizontalLabelsTimeline"/>
    <dgm:cxn modelId="{26DA79A6-0323-4EB5-B019-6D2D55867B0F}" type="presParOf" srcId="{76B6ACEF-0722-4CBD-9F62-4D1B9CEDD8D5}" destId="{B6305513-60D0-4BA0-963A-CC862ABC6B29}" srcOrd="0" destOrd="0" presId="urn:microsoft.com/office/officeart/2017/3/layout/HorizontalLabelsTimeline"/>
    <dgm:cxn modelId="{60A15096-CFE1-4436-892D-990113262366}" type="presParOf" srcId="{76B6ACEF-0722-4CBD-9F62-4D1B9CEDD8D5}" destId="{9526DBE2-D0F3-459F-B94F-DF2B5B3FFDA9}" srcOrd="1" destOrd="0" presId="urn:microsoft.com/office/officeart/2017/3/layout/HorizontalLabelsTimeline"/>
    <dgm:cxn modelId="{C6D1FFFC-BDCE-4837-8696-0354AD0E4769}" type="presParOf" srcId="{9CAC4139-CA07-421F-B1DA-780CB8B68AC8}" destId="{F1445077-BE56-48AF-B70F-EC27B62F32A1}" srcOrd="2" destOrd="0" presId="urn:microsoft.com/office/officeart/2017/3/layout/HorizontalLabelsTimeline"/>
    <dgm:cxn modelId="{F472B551-C725-4564-B57E-60B819E49406}" type="presParOf" srcId="{9CAC4139-CA07-421F-B1DA-780CB8B68AC8}" destId="{056CC28D-9E86-4EAB-ACD9-BD098D5F02B3}" srcOrd="3" destOrd="0" presId="urn:microsoft.com/office/officeart/2017/3/layout/HorizontalLabelsTimeline"/>
    <dgm:cxn modelId="{2488FA71-8F5D-41A7-9371-827D441E7F65}" type="presParOf" srcId="{9CAC4139-CA07-421F-B1DA-780CB8B68AC8}" destId="{3CEB5CBB-B755-4CE6-9329-6D676721AA53}" srcOrd="4" destOrd="0" presId="urn:microsoft.com/office/officeart/2017/3/layout/HorizontalLabelsTimeline"/>
    <dgm:cxn modelId="{7DF64B1D-0DA5-4517-921C-80C367240E8C}" type="presParOf" srcId="{388E4E93-1EC4-4E0D-8A02-D45B3B621861}" destId="{61204158-AC3F-4D60-9E08-88B2B7F13CBF}" srcOrd="5" destOrd="0" presId="urn:microsoft.com/office/officeart/2017/3/layout/HorizontalLabelsTimeline"/>
    <dgm:cxn modelId="{BC3C455D-EB90-4C6D-99DB-02A6308C7D1D}" type="presParOf" srcId="{388E4E93-1EC4-4E0D-8A02-D45B3B621861}" destId="{D18B6F49-048A-41C3-892E-EF50A7EF282C}" srcOrd="6" destOrd="0" presId="urn:microsoft.com/office/officeart/2017/3/layout/HorizontalLabelsTimeline"/>
    <dgm:cxn modelId="{018D8CAD-4182-48B1-AF79-38E8B657931D}" type="presParOf" srcId="{D18B6F49-048A-41C3-892E-EF50A7EF282C}" destId="{30B387D0-E0B9-4656-A739-2210F053237B}" srcOrd="0" destOrd="0" presId="urn:microsoft.com/office/officeart/2017/3/layout/HorizontalLabelsTimeline"/>
    <dgm:cxn modelId="{64CF647D-8718-46DC-918E-305C4358DCD9}" type="presParOf" srcId="{D18B6F49-048A-41C3-892E-EF50A7EF282C}" destId="{8453FB7D-0310-447B-A46A-959E363EA71D}" srcOrd="1" destOrd="0" presId="urn:microsoft.com/office/officeart/2017/3/layout/HorizontalLabelsTimeline"/>
    <dgm:cxn modelId="{B34E9E80-A941-42B7-AC81-CC89B1174DE7}" type="presParOf" srcId="{8453FB7D-0310-447B-A46A-959E363EA71D}" destId="{D77446D9-AC7B-4B7B-AEBB-80E92A2D9E2C}" srcOrd="0" destOrd="0" presId="urn:microsoft.com/office/officeart/2017/3/layout/HorizontalLabelsTimeline"/>
    <dgm:cxn modelId="{8888E503-788C-411A-B473-4EC15B48DEED}" type="presParOf" srcId="{8453FB7D-0310-447B-A46A-959E363EA71D}" destId="{C2E56CFF-A6A5-4807-A3E0-E6DC7730CF79}" srcOrd="1" destOrd="0" presId="urn:microsoft.com/office/officeart/2017/3/layout/HorizontalLabelsTimeline"/>
    <dgm:cxn modelId="{5A2798C6-6D82-43B7-9DD6-1540CB5569AA}" type="presParOf" srcId="{D18B6F49-048A-41C3-892E-EF50A7EF282C}" destId="{16FB0E67-0523-4F7D-B697-A386DF9D94CC}" srcOrd="2" destOrd="0" presId="urn:microsoft.com/office/officeart/2017/3/layout/HorizontalLabelsTimeline"/>
    <dgm:cxn modelId="{53642B4F-8417-4307-9455-EDE4BA7435DB}" type="presParOf" srcId="{D18B6F49-048A-41C3-892E-EF50A7EF282C}" destId="{4EFCE74F-7768-48C2-A825-B483FAE02342}" srcOrd="3" destOrd="0" presId="urn:microsoft.com/office/officeart/2017/3/layout/HorizontalLabelsTimeline"/>
    <dgm:cxn modelId="{85BAD7F8-45BF-4FF6-866B-24E1266B8ACC}" type="presParOf" srcId="{D18B6F49-048A-41C3-892E-EF50A7EF282C}" destId="{7A9E5A67-51CD-4DCE-B334-454555E8C275}" srcOrd="4" destOrd="0" presId="urn:microsoft.com/office/officeart/2017/3/layout/HorizontalLabelsTimeline"/>
    <dgm:cxn modelId="{8F32C032-A5C1-4DEA-A42F-1CB20683B8DA}" type="presParOf" srcId="{388E4E93-1EC4-4E0D-8A02-D45B3B621861}" destId="{E8A70679-2DED-487C-B483-84C4472C60C2}" srcOrd="7" destOrd="0" presId="urn:microsoft.com/office/officeart/2017/3/layout/HorizontalLabelsTimeline"/>
    <dgm:cxn modelId="{680613FE-9BBB-4BAD-82D4-459AAD0FD1CF}" type="presParOf" srcId="{388E4E93-1EC4-4E0D-8A02-D45B3B621861}" destId="{688F196F-0F8A-4A92-8F2A-61E67B87B1AD}" srcOrd="8" destOrd="0" presId="urn:microsoft.com/office/officeart/2017/3/layout/HorizontalLabelsTimeline"/>
    <dgm:cxn modelId="{0CA63340-DE95-48C8-89A2-B7E5C0986419}" type="presParOf" srcId="{688F196F-0F8A-4A92-8F2A-61E67B87B1AD}" destId="{2737D8F2-3CCA-4817-8275-8E43AEA85AEC}" srcOrd="0" destOrd="0" presId="urn:microsoft.com/office/officeart/2017/3/layout/HorizontalLabelsTimeline"/>
    <dgm:cxn modelId="{0EC4E52F-5942-49D0-95B4-23EF6DB4078A}" type="presParOf" srcId="{688F196F-0F8A-4A92-8F2A-61E67B87B1AD}" destId="{A1DAF7FA-CB95-4B4F-BF18-44BBCB487CE1}" srcOrd="1" destOrd="0" presId="urn:microsoft.com/office/officeart/2017/3/layout/HorizontalLabelsTimeline"/>
    <dgm:cxn modelId="{D231FD0E-114A-45D5-BEB5-002B8A2B458E}" type="presParOf" srcId="{A1DAF7FA-CB95-4B4F-BF18-44BBCB487CE1}" destId="{2DD2A1B0-1DC4-4B57-9026-298DBE7AB8ED}" srcOrd="0" destOrd="0" presId="urn:microsoft.com/office/officeart/2017/3/layout/HorizontalLabelsTimeline"/>
    <dgm:cxn modelId="{E8BC0636-95C7-42A0-B092-9FABC94BDE0E}" type="presParOf" srcId="{A1DAF7FA-CB95-4B4F-BF18-44BBCB487CE1}" destId="{D906564F-5594-414F-8489-61E7CBEBC292}" srcOrd="1" destOrd="0" presId="urn:microsoft.com/office/officeart/2017/3/layout/HorizontalLabelsTimeline"/>
    <dgm:cxn modelId="{39F3203D-6EA5-464B-9E2C-A512F9D51CEF}" type="presParOf" srcId="{688F196F-0F8A-4A92-8F2A-61E67B87B1AD}" destId="{82FFC1DD-37E7-4B2A-B67D-A6D2A2BFA1F2}" srcOrd="2" destOrd="0" presId="urn:microsoft.com/office/officeart/2017/3/layout/HorizontalLabelsTimeline"/>
    <dgm:cxn modelId="{45EA7D6F-D3B3-4553-B4B8-E32CA0EA05E1}" type="presParOf" srcId="{688F196F-0F8A-4A92-8F2A-61E67B87B1AD}" destId="{17CCA39E-CFD7-4609-B62D-70A957A88296}" srcOrd="3" destOrd="0" presId="urn:microsoft.com/office/officeart/2017/3/layout/HorizontalLabelsTimeline"/>
    <dgm:cxn modelId="{BEB02D60-48F5-42F8-9D51-E6751D5BF77B}" type="presParOf" srcId="{688F196F-0F8A-4A92-8F2A-61E67B87B1AD}" destId="{584C4BC3-655E-4A93-9982-1CFB88CE1AFA}" srcOrd="4" destOrd="0" presId="urn:microsoft.com/office/officeart/2017/3/layout/HorizontalLabelsTimeline"/>
    <dgm:cxn modelId="{77B7CB4D-B364-4159-8460-2CA392FBFECD}" type="presParOf" srcId="{388E4E93-1EC4-4E0D-8A02-D45B3B621861}" destId="{277BDA42-7E46-4C13-8FE3-090C8302981E}" srcOrd="9" destOrd="0" presId="urn:microsoft.com/office/officeart/2017/3/layout/HorizontalLabelsTimeline"/>
    <dgm:cxn modelId="{96A0871A-F754-42FD-B1C1-0C5CBC2828EF}" type="presParOf" srcId="{388E4E93-1EC4-4E0D-8A02-D45B3B621861}" destId="{F1BB86E0-F88A-4DDA-A210-2F24BC618910}" srcOrd="10" destOrd="0" presId="urn:microsoft.com/office/officeart/2017/3/layout/HorizontalLabelsTimeline"/>
    <dgm:cxn modelId="{B8478E0C-263C-4432-8B76-B6CAE7573A56}" type="presParOf" srcId="{F1BB86E0-F88A-4DDA-A210-2F24BC618910}" destId="{8DE7EE14-5C11-4B54-ADF5-E37C2202E50A}" srcOrd="0" destOrd="0" presId="urn:microsoft.com/office/officeart/2017/3/layout/HorizontalLabelsTimeline"/>
    <dgm:cxn modelId="{A2B64228-CC38-404C-A324-E3FDECBB836C}" type="presParOf" srcId="{F1BB86E0-F88A-4DDA-A210-2F24BC618910}" destId="{FA64D1A8-137C-4A35-AC0E-D149F98C2C7D}" srcOrd="1" destOrd="0" presId="urn:microsoft.com/office/officeart/2017/3/layout/HorizontalLabelsTimeline"/>
    <dgm:cxn modelId="{6AA2BA32-D87C-4345-B95C-FD35606B37D1}" type="presParOf" srcId="{FA64D1A8-137C-4A35-AC0E-D149F98C2C7D}" destId="{6679185C-DF70-4BD9-84DF-940262944117}" srcOrd="0" destOrd="0" presId="urn:microsoft.com/office/officeart/2017/3/layout/HorizontalLabelsTimeline"/>
    <dgm:cxn modelId="{03C369A2-923F-469E-9615-B0389A38FB5F}" type="presParOf" srcId="{FA64D1A8-137C-4A35-AC0E-D149F98C2C7D}" destId="{945ABF45-1E2B-441E-84BE-9105D2E3AB42}" srcOrd="1" destOrd="0" presId="urn:microsoft.com/office/officeart/2017/3/layout/HorizontalLabelsTimeline"/>
    <dgm:cxn modelId="{447415D9-B49A-4EEE-B470-F916A6A0751F}" type="presParOf" srcId="{F1BB86E0-F88A-4DDA-A210-2F24BC618910}" destId="{A6FC8E5A-9C7B-437D-B833-5B885B068BFE}" srcOrd="2" destOrd="0" presId="urn:microsoft.com/office/officeart/2017/3/layout/HorizontalLabelsTimeline"/>
    <dgm:cxn modelId="{39A93E48-E8DD-4A58-9E54-8561313C5F47}" type="presParOf" srcId="{F1BB86E0-F88A-4DDA-A210-2F24BC618910}" destId="{170267F1-6BF8-4ACE-BBFE-53EF20B27CA1}" srcOrd="3" destOrd="0" presId="urn:microsoft.com/office/officeart/2017/3/layout/HorizontalLabelsTimeline"/>
    <dgm:cxn modelId="{379802E2-2303-4ACA-8828-CA375E2B77C3}" type="presParOf" srcId="{F1BB86E0-F88A-4DDA-A210-2F24BC618910}" destId="{142811A5-80BE-41DA-9CE6-9BBA8C72D7CC}" srcOrd="4" destOrd="0" presId="urn:microsoft.com/office/officeart/2017/3/layout/HorizontalLabelsTimeline"/>
    <dgm:cxn modelId="{8A4D5944-B40D-4A7F-B801-7FC2CD1FC49E}" type="presParOf" srcId="{388E4E93-1EC4-4E0D-8A02-D45B3B621861}" destId="{38DADFFE-94F2-4EAC-950D-9AB7478BAAD2}" srcOrd="11" destOrd="0" presId="urn:microsoft.com/office/officeart/2017/3/layout/HorizontalLabelsTimeline"/>
    <dgm:cxn modelId="{8827E2D0-68CB-4C8D-AB46-F92FE3514E55}" type="presParOf" srcId="{388E4E93-1EC4-4E0D-8A02-D45B3B621861}" destId="{A680D311-1625-47C7-BB2F-E8F4D9B9CEC1}" srcOrd="12" destOrd="0" presId="urn:microsoft.com/office/officeart/2017/3/layout/HorizontalLabelsTimeline"/>
    <dgm:cxn modelId="{E8045150-F280-45B0-9393-DB66082AE743}" type="presParOf" srcId="{A680D311-1625-47C7-BB2F-E8F4D9B9CEC1}" destId="{8386071B-0FC6-4CCC-A045-BF8B9C41D977}" srcOrd="0" destOrd="0" presId="urn:microsoft.com/office/officeart/2017/3/layout/HorizontalLabelsTimeline"/>
    <dgm:cxn modelId="{702DE227-B720-406A-98D2-CC2716DC5890}" type="presParOf" srcId="{A680D311-1625-47C7-BB2F-E8F4D9B9CEC1}" destId="{884035B4-663E-4F48-8088-690BA820A4ED}" srcOrd="1" destOrd="0" presId="urn:microsoft.com/office/officeart/2017/3/layout/HorizontalLabelsTimeline"/>
    <dgm:cxn modelId="{F72569F1-093C-4176-8F81-38FB6B933566}" type="presParOf" srcId="{884035B4-663E-4F48-8088-690BA820A4ED}" destId="{FA3600A5-7178-40A5-875B-E84BABA15395}" srcOrd="0" destOrd="0" presId="urn:microsoft.com/office/officeart/2017/3/layout/HorizontalLabelsTimeline"/>
    <dgm:cxn modelId="{B91D1322-AE2D-4EAD-BEC0-1DA8F07FF732}" type="presParOf" srcId="{884035B4-663E-4F48-8088-690BA820A4ED}" destId="{31352109-779C-4A6B-BF0A-5784F2C966BC}" srcOrd="1" destOrd="0" presId="urn:microsoft.com/office/officeart/2017/3/layout/HorizontalLabelsTimeline"/>
    <dgm:cxn modelId="{97E31F4C-FA19-46D3-9596-E6398401BFE7}" type="presParOf" srcId="{A680D311-1625-47C7-BB2F-E8F4D9B9CEC1}" destId="{468FBA62-2062-4444-966B-403C95C2136C}" srcOrd="2" destOrd="0" presId="urn:microsoft.com/office/officeart/2017/3/layout/HorizontalLabelsTimeline"/>
    <dgm:cxn modelId="{415CEE2D-BE6F-4394-8621-1FEED1EA5889}" type="presParOf" srcId="{A680D311-1625-47C7-BB2F-E8F4D9B9CEC1}" destId="{01AD2BA2-A3B4-4C01-8B9D-314992998628}" srcOrd="3" destOrd="0" presId="urn:microsoft.com/office/officeart/2017/3/layout/HorizontalLabelsTimeline"/>
    <dgm:cxn modelId="{B5D4226F-8E22-45B0-9640-77084285A430}" type="presParOf" srcId="{A680D311-1625-47C7-BB2F-E8F4D9B9CEC1}" destId="{4B164FC9-7479-41F1-A4F2-3B7948BAF151}" srcOrd="4" destOrd="0" presId="urn:microsoft.com/office/officeart/2017/3/layout/HorizontalLabelsTimeline"/>
    <dgm:cxn modelId="{9368C523-3F04-4E45-BD99-77CE1168B64B}" type="presParOf" srcId="{388E4E93-1EC4-4E0D-8A02-D45B3B621861}" destId="{FB66B4D1-688D-49DD-B5A3-93E98535BD02}" srcOrd="13" destOrd="0" presId="urn:microsoft.com/office/officeart/2017/3/layout/HorizontalLabelsTimeline"/>
    <dgm:cxn modelId="{47762364-EECD-4036-AD1D-9705ED9D9965}" type="presParOf" srcId="{388E4E93-1EC4-4E0D-8A02-D45B3B621861}" destId="{2908CE38-D9EE-44B0-A6BE-6D319F605D8F}" srcOrd="14" destOrd="0" presId="urn:microsoft.com/office/officeart/2017/3/layout/HorizontalLabelsTimeline"/>
    <dgm:cxn modelId="{852955BB-65E9-4A0F-8FC8-6A603E51182E}" type="presParOf" srcId="{2908CE38-D9EE-44B0-A6BE-6D319F605D8F}" destId="{C6284E93-BC9D-47D6-AEB4-A2BA5717CAA0}" srcOrd="0" destOrd="0" presId="urn:microsoft.com/office/officeart/2017/3/layout/HorizontalLabelsTimeline"/>
    <dgm:cxn modelId="{0C1EFD46-C80A-42DA-9218-A63569FBFC10}" type="presParOf" srcId="{2908CE38-D9EE-44B0-A6BE-6D319F605D8F}" destId="{062D4E8E-6FA1-4976-BB1E-8E4B412E8335}" srcOrd="1" destOrd="0" presId="urn:microsoft.com/office/officeart/2017/3/layout/HorizontalLabelsTimeline"/>
    <dgm:cxn modelId="{BDC1592E-32D8-45A2-83A6-7F74F6B4C9EE}" type="presParOf" srcId="{062D4E8E-6FA1-4976-BB1E-8E4B412E8335}" destId="{E8825CB6-5533-4B72-BE30-1702947FC3DE}" srcOrd="0" destOrd="0" presId="urn:microsoft.com/office/officeart/2017/3/layout/HorizontalLabelsTimeline"/>
    <dgm:cxn modelId="{AEDBC708-FCE3-41F0-BCBE-0C0AFD790E8A}" type="presParOf" srcId="{062D4E8E-6FA1-4976-BB1E-8E4B412E8335}" destId="{A71577CD-F300-4BD5-9697-504228C73FF1}" srcOrd="1" destOrd="0" presId="urn:microsoft.com/office/officeart/2017/3/layout/HorizontalLabelsTimeline"/>
    <dgm:cxn modelId="{004C4C60-9B84-41DC-8DB1-234A130A8167}" type="presParOf" srcId="{2908CE38-D9EE-44B0-A6BE-6D319F605D8F}" destId="{86C305C5-3AAA-4751-812D-F81B140040C3}" srcOrd="2" destOrd="0" presId="urn:microsoft.com/office/officeart/2017/3/layout/HorizontalLabelsTimeline"/>
    <dgm:cxn modelId="{1C80E90F-64DA-445B-86F0-F3954003CC6E}" type="presParOf" srcId="{2908CE38-D9EE-44B0-A6BE-6D319F605D8F}" destId="{F2B9F022-98C7-4564-97A1-974D781281E0}" srcOrd="3" destOrd="0" presId="urn:microsoft.com/office/officeart/2017/3/layout/HorizontalLabelsTimeline"/>
    <dgm:cxn modelId="{628BA322-0DEE-4A38-97E4-38BE6AD2FA8B}" type="presParOf" srcId="{2908CE38-D9EE-44B0-A6BE-6D319F605D8F}" destId="{F4FB419B-990E-47B0-B3F5-7BD69D3AFDCA}" srcOrd="4" destOrd="0" presId="urn:microsoft.com/office/officeart/2017/3/layout/HorizontalLabels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8912FE5-C0D0-4DBD-B9B8-5ED487DE0E0C}" type="doc">
      <dgm:prSet loTypeId="urn:microsoft.com/office/officeart/2005/8/layout/hList3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hu-HU"/>
        </a:p>
      </dgm:t>
    </dgm:pt>
    <dgm:pt modelId="{C0978AD4-175D-4662-9688-7E1571A1C960}">
      <dgm:prSet phldrT="[Szöveg]" phldr="0" custT="1"/>
      <dgm:spPr/>
      <dgm:t>
        <a:bodyPr/>
        <a:lstStyle/>
        <a:p>
          <a:r>
            <a:rPr lang="hu-HU" sz="1300" b="1" noProof="1">
              <a:latin typeface="Aptos Narrow"/>
              <a:ea typeface="Calibri"/>
              <a:cs typeface="Calibri"/>
            </a:rPr>
            <a:t>1.</a:t>
          </a:r>
          <a:r>
            <a:rPr lang="hu-HU" sz="1300" noProof="1">
              <a:latin typeface="Aptos Narrow"/>
              <a:ea typeface="Calibri"/>
              <a:cs typeface="Calibri"/>
            </a:rPr>
            <a:t> Szöveg, dokumentum és kép fordítását lehetővé teszi egyetlen felületen DeepL API segítségével biztosítva</a:t>
          </a:r>
          <a:br>
            <a:rPr lang="hu-HU" sz="1300" noProof="1">
              <a:latin typeface="Aptos Narrow"/>
              <a:ea typeface="Calibri"/>
              <a:cs typeface="Calibri"/>
            </a:rPr>
          </a:br>
          <a:r>
            <a:rPr lang="hu-HU" sz="1300" b="1" noProof="1">
              <a:latin typeface="Aptos Narrow"/>
              <a:ea typeface="Calibri"/>
              <a:cs typeface="Calibri"/>
            </a:rPr>
            <a:t>2.</a:t>
          </a:r>
          <a:r>
            <a:rPr lang="hu-HU" sz="1300" noProof="1">
              <a:latin typeface="Aptos Narrow"/>
              <a:ea typeface="Calibri"/>
              <a:cs typeface="Calibri"/>
            </a:rPr>
            <a:t> A modern technológiai háttér – React 18, Vite, Express és MongoDB – gyors és stabil működést biztosít.</a:t>
          </a:r>
          <a:br>
            <a:rPr lang="hu-HU" sz="1300" noProof="1">
              <a:solidFill>
                <a:srgbClr val="000000"/>
              </a:solidFill>
              <a:latin typeface="Aptos Narrow"/>
              <a:ea typeface="Calibri"/>
              <a:cs typeface="Calibri"/>
            </a:rPr>
          </a:br>
          <a:r>
            <a:rPr lang="hu-HU" sz="1300" b="1" noProof="1">
              <a:latin typeface="Aptos Narrow"/>
              <a:ea typeface="Calibri"/>
              <a:cs typeface="Calibri"/>
            </a:rPr>
            <a:t>3.</a:t>
          </a:r>
          <a:r>
            <a:rPr lang="hu-HU" sz="1300" noProof="1">
              <a:latin typeface="Aptos Narrow"/>
              <a:ea typeface="Calibri"/>
              <a:cs typeface="Calibri"/>
            </a:rPr>
            <a:t> Az alkalmazás többnyelvű fordítást, felhasználói profilkezelést, admin-és moderátorrendszert, valamint akadálymentesítési funkciókat kínál (hangos felolvasó)</a:t>
          </a:r>
          <a:br>
            <a:rPr lang="hu-HU" sz="1300" noProof="1">
              <a:latin typeface="Aptos Narrow"/>
              <a:ea typeface="Calibri"/>
              <a:cs typeface="Calibri"/>
            </a:rPr>
          </a:br>
          <a:r>
            <a:rPr lang="hu-HU" sz="1300" b="1" noProof="1">
              <a:latin typeface="Aptos Narrow"/>
              <a:ea typeface="Calibri"/>
              <a:cs typeface="Calibri"/>
            </a:rPr>
            <a:t>4.</a:t>
          </a:r>
          <a:r>
            <a:rPr lang="hu-HU" sz="1300" noProof="1">
              <a:latin typeface="Aptos Narrow"/>
              <a:ea typeface="Calibri"/>
              <a:cs typeface="Calibri"/>
            </a:rPr>
            <a:t> Fordítások mentése, exportálása</a:t>
          </a:r>
          <a:endParaRPr lang="hu-HU" sz="1300"/>
        </a:p>
      </dgm:t>
    </dgm:pt>
    <dgm:pt modelId="{EA0E8004-6C57-4A3C-A66D-67E7F3FB444E}" type="parTrans" cxnId="{AE87A5D4-60E0-4DBE-80D6-0C086DE4A9E1}">
      <dgm:prSet/>
      <dgm:spPr/>
      <dgm:t>
        <a:bodyPr/>
        <a:lstStyle/>
        <a:p>
          <a:endParaRPr lang="hu-HU"/>
        </a:p>
      </dgm:t>
    </dgm:pt>
    <dgm:pt modelId="{B2796A54-91E7-461B-B5FA-6F833FD1FD77}" type="sibTrans" cxnId="{AE87A5D4-60E0-4DBE-80D6-0C086DE4A9E1}">
      <dgm:prSet/>
      <dgm:spPr/>
      <dgm:t>
        <a:bodyPr/>
        <a:lstStyle/>
        <a:p>
          <a:endParaRPr lang="hu-HU"/>
        </a:p>
      </dgm:t>
    </dgm:pt>
    <dgm:pt modelId="{641BA130-0966-4493-9C59-5F4E10A6D749}">
      <dgm:prSet phldr="0"/>
      <dgm:spPr/>
      <dgm:t>
        <a:bodyPr/>
        <a:lstStyle/>
        <a:p>
          <a:pPr rtl="0"/>
          <a:r>
            <a:rPr lang="hu-HU" noProof="1">
              <a:latin typeface="Aptos Narrow"/>
            </a:rPr>
            <a:t>Erősségek</a:t>
          </a:r>
          <a:endParaRPr lang="hu-HU" noProof="1"/>
        </a:p>
      </dgm:t>
    </dgm:pt>
    <dgm:pt modelId="{04502848-3AA9-4699-8856-4FDD5B9F46D4}" type="parTrans" cxnId="{7D1F96F2-84B8-4B8F-9AB1-6CC8B862458E}">
      <dgm:prSet/>
      <dgm:spPr/>
    </dgm:pt>
    <dgm:pt modelId="{B0358668-4B0C-4F95-908F-AD30F733C576}" type="sibTrans" cxnId="{7D1F96F2-84B8-4B8F-9AB1-6CC8B862458E}">
      <dgm:prSet/>
      <dgm:spPr/>
    </dgm:pt>
    <dgm:pt modelId="{FEB7FFDA-A021-4A2E-AE0C-B502708A0CED}" type="pres">
      <dgm:prSet presAssocID="{58912FE5-C0D0-4DBD-B9B8-5ED487DE0E0C}" presName="composite" presStyleCnt="0">
        <dgm:presLayoutVars>
          <dgm:chMax val="1"/>
          <dgm:dir/>
          <dgm:resizeHandles val="exact"/>
        </dgm:presLayoutVars>
      </dgm:prSet>
      <dgm:spPr/>
    </dgm:pt>
    <dgm:pt modelId="{58EFBDB2-BC14-4E2E-8399-276BE0EFDB64}" type="pres">
      <dgm:prSet presAssocID="{641BA130-0966-4493-9C59-5F4E10A6D749}" presName="roof" presStyleLbl="dkBgShp" presStyleIdx="0" presStyleCnt="2"/>
      <dgm:spPr/>
    </dgm:pt>
    <dgm:pt modelId="{8122B983-200B-4D2F-88D0-C4E3BFC56E84}" type="pres">
      <dgm:prSet presAssocID="{641BA130-0966-4493-9C59-5F4E10A6D749}" presName="pillars" presStyleCnt="0"/>
      <dgm:spPr/>
    </dgm:pt>
    <dgm:pt modelId="{CB6808DF-9652-4AA1-891F-B89C37A2BDBD}" type="pres">
      <dgm:prSet presAssocID="{641BA130-0966-4493-9C59-5F4E10A6D749}" presName="pillar1" presStyleLbl="node1" presStyleIdx="0" presStyleCnt="1">
        <dgm:presLayoutVars>
          <dgm:bulletEnabled val="1"/>
        </dgm:presLayoutVars>
      </dgm:prSet>
      <dgm:spPr/>
    </dgm:pt>
    <dgm:pt modelId="{D1EE74B2-89BE-49B1-ACE1-CF03B6555393}" type="pres">
      <dgm:prSet presAssocID="{641BA130-0966-4493-9C59-5F4E10A6D749}" presName="base" presStyleLbl="dkBgShp" presStyleIdx="1" presStyleCnt="2"/>
      <dgm:spPr/>
    </dgm:pt>
  </dgm:ptLst>
  <dgm:cxnLst>
    <dgm:cxn modelId="{7DA67C0D-7F14-4938-B0FE-5F2DD217BEF9}" type="presOf" srcId="{58912FE5-C0D0-4DBD-B9B8-5ED487DE0E0C}" destId="{FEB7FFDA-A021-4A2E-AE0C-B502708A0CED}" srcOrd="0" destOrd="0" presId="urn:microsoft.com/office/officeart/2005/8/layout/hList3"/>
    <dgm:cxn modelId="{CF7358C4-BD5F-4781-B2AB-018A44F36D11}" type="presOf" srcId="{641BA130-0966-4493-9C59-5F4E10A6D749}" destId="{58EFBDB2-BC14-4E2E-8399-276BE0EFDB64}" srcOrd="0" destOrd="0" presId="urn:microsoft.com/office/officeart/2005/8/layout/hList3"/>
    <dgm:cxn modelId="{AE87A5D4-60E0-4DBE-80D6-0C086DE4A9E1}" srcId="{641BA130-0966-4493-9C59-5F4E10A6D749}" destId="{C0978AD4-175D-4662-9688-7E1571A1C960}" srcOrd="0" destOrd="0" parTransId="{EA0E8004-6C57-4A3C-A66D-67E7F3FB444E}" sibTransId="{B2796A54-91E7-461B-B5FA-6F833FD1FD77}"/>
    <dgm:cxn modelId="{AE5E79E8-65BF-446B-B697-7F2E9D73F1B6}" type="presOf" srcId="{C0978AD4-175D-4662-9688-7E1571A1C960}" destId="{CB6808DF-9652-4AA1-891F-B89C37A2BDBD}" srcOrd="0" destOrd="0" presId="urn:microsoft.com/office/officeart/2005/8/layout/hList3"/>
    <dgm:cxn modelId="{7D1F96F2-84B8-4B8F-9AB1-6CC8B862458E}" srcId="{58912FE5-C0D0-4DBD-B9B8-5ED487DE0E0C}" destId="{641BA130-0966-4493-9C59-5F4E10A6D749}" srcOrd="0" destOrd="0" parTransId="{04502848-3AA9-4699-8856-4FDD5B9F46D4}" sibTransId="{B0358668-4B0C-4F95-908F-AD30F733C576}"/>
    <dgm:cxn modelId="{8871B7CA-CF89-4641-964F-CBC8849EBDD6}" type="presParOf" srcId="{FEB7FFDA-A021-4A2E-AE0C-B502708A0CED}" destId="{58EFBDB2-BC14-4E2E-8399-276BE0EFDB64}" srcOrd="0" destOrd="0" presId="urn:microsoft.com/office/officeart/2005/8/layout/hList3"/>
    <dgm:cxn modelId="{1E6C45CF-FA0B-43CD-869B-5AD90EF5C12D}" type="presParOf" srcId="{FEB7FFDA-A021-4A2E-AE0C-B502708A0CED}" destId="{8122B983-200B-4D2F-88D0-C4E3BFC56E84}" srcOrd="1" destOrd="0" presId="urn:microsoft.com/office/officeart/2005/8/layout/hList3"/>
    <dgm:cxn modelId="{6F722976-18C9-4653-95EB-4C4053079A7F}" type="presParOf" srcId="{8122B983-200B-4D2F-88D0-C4E3BFC56E84}" destId="{CB6808DF-9652-4AA1-891F-B89C37A2BDBD}" srcOrd="0" destOrd="0" presId="urn:microsoft.com/office/officeart/2005/8/layout/hList3"/>
    <dgm:cxn modelId="{B7FBED1C-75A4-45FC-814C-ED0B9B57D37F}" type="presParOf" srcId="{FEB7FFDA-A021-4A2E-AE0C-B502708A0CED}" destId="{D1EE74B2-89BE-49B1-ACE1-CF03B6555393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9E42E8B-A7DA-4E2C-8F32-7BEA111FA3D9}" type="doc">
      <dgm:prSet loTypeId="urn:microsoft.com/office/officeart/2005/8/layout/hList3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hu-HU"/>
        </a:p>
      </dgm:t>
    </dgm:pt>
    <dgm:pt modelId="{D154FE08-6AED-49DD-A229-523133DB36DD}">
      <dgm:prSet phldrT="[Szöveg]" phldr="0"/>
      <dgm:spPr/>
      <dgm:t>
        <a:bodyPr/>
        <a:lstStyle/>
        <a:p>
          <a:r>
            <a:rPr lang="hu-HU" noProof="1">
              <a:solidFill>
                <a:schemeClr val="bg1"/>
              </a:solidFill>
              <a:latin typeface="Aptos Narrow"/>
            </a:rPr>
            <a:t>Gyengeségek</a:t>
          </a:r>
        </a:p>
      </dgm:t>
    </dgm:pt>
    <dgm:pt modelId="{792C6DB2-C2D6-4853-B169-59B8F88CDE5C}" type="parTrans" cxnId="{61DC48A7-A4E9-4A74-B041-644CE118801A}">
      <dgm:prSet/>
      <dgm:spPr/>
      <dgm:t>
        <a:bodyPr/>
        <a:lstStyle/>
        <a:p>
          <a:endParaRPr lang="hu-HU"/>
        </a:p>
      </dgm:t>
    </dgm:pt>
    <dgm:pt modelId="{CA94238B-1167-4C23-B5E8-6059DE6EBDA7}" type="sibTrans" cxnId="{61DC48A7-A4E9-4A74-B041-644CE118801A}">
      <dgm:prSet/>
      <dgm:spPr/>
      <dgm:t>
        <a:bodyPr/>
        <a:lstStyle/>
        <a:p>
          <a:endParaRPr lang="hu-HU"/>
        </a:p>
      </dgm:t>
    </dgm:pt>
    <dgm:pt modelId="{B32185F1-163B-48CE-920A-8EE2D8394197}">
      <dgm:prSet phldrT="[Szöveg]" phldr="0" custT="1"/>
      <dgm:spPr/>
      <dgm:t>
        <a:bodyPr/>
        <a:lstStyle/>
        <a:p>
          <a:pPr rtl="0"/>
          <a:r>
            <a:rPr lang="hu-HU" sz="1300" b="1" noProof="1">
              <a:solidFill>
                <a:schemeClr val="bg1"/>
              </a:solidFill>
              <a:latin typeface="Aptos Narrow"/>
              <a:ea typeface="Calibri"/>
              <a:cs typeface="Calibri"/>
            </a:rPr>
            <a:t> 1.</a:t>
          </a:r>
          <a:r>
            <a:rPr lang="hu-HU" sz="1300" noProof="1">
              <a:solidFill>
                <a:schemeClr val="bg1"/>
              </a:solidFill>
              <a:latin typeface="Aptos Narrow"/>
              <a:ea typeface="Calibri"/>
              <a:cs typeface="Calibri"/>
            </a:rPr>
            <a:t> biztonsági kockázatot jelent a localStorage-ben tárolt jelszó és egyéb adat, </a:t>
          </a:r>
          <a:br>
            <a:rPr lang="hu-HU" sz="1300" noProof="1">
              <a:solidFill>
                <a:schemeClr val="bg1"/>
              </a:solidFill>
              <a:latin typeface="Aptos Narrow"/>
              <a:ea typeface="Calibri"/>
              <a:cs typeface="Calibri"/>
            </a:rPr>
          </a:br>
          <a:r>
            <a:rPr lang="hu-HU" sz="1300" b="1" noProof="1">
              <a:solidFill>
                <a:schemeClr val="bg1"/>
              </a:solidFill>
              <a:latin typeface="Aptos Narrow"/>
              <a:ea typeface="Calibri"/>
              <a:cs typeface="Calibri"/>
            </a:rPr>
            <a:t>2. </a:t>
          </a:r>
          <a:r>
            <a:rPr lang="hu-HU" sz="1300" b="0" noProof="1">
              <a:solidFill>
                <a:schemeClr val="bg1"/>
              </a:solidFill>
              <a:latin typeface="Aptos Narrow"/>
              <a:ea typeface="Calibri"/>
              <a:cs typeface="Calibri"/>
            </a:rPr>
            <a:t>Bruteforceolt hackelések esetén a támadót nem tiltja a rendszer</a:t>
          </a:r>
          <a:endParaRPr lang="hu-HU" sz="1300" b="0" noProof="1">
            <a:latin typeface="Aptos Narrow"/>
            <a:ea typeface="Calibri"/>
            <a:cs typeface="Calibri"/>
          </a:endParaRPr>
        </a:p>
      </dgm:t>
    </dgm:pt>
    <dgm:pt modelId="{C7EC31CD-1CF0-4EDC-BC4B-31F631941972}" type="parTrans" cxnId="{E412B490-97DE-4557-8DEC-AEC4CE9447DD}">
      <dgm:prSet/>
      <dgm:spPr/>
      <dgm:t>
        <a:bodyPr/>
        <a:lstStyle/>
        <a:p>
          <a:endParaRPr lang="hu-HU"/>
        </a:p>
      </dgm:t>
    </dgm:pt>
    <dgm:pt modelId="{0E2D5117-658E-4527-943A-9D29B2A0F26B}" type="sibTrans" cxnId="{E412B490-97DE-4557-8DEC-AEC4CE9447DD}">
      <dgm:prSet/>
      <dgm:spPr/>
      <dgm:t>
        <a:bodyPr/>
        <a:lstStyle/>
        <a:p>
          <a:endParaRPr lang="hu-HU"/>
        </a:p>
      </dgm:t>
    </dgm:pt>
    <dgm:pt modelId="{7674696D-394F-4F7B-9CF7-0EEEF13F326A}" type="pres">
      <dgm:prSet presAssocID="{29E42E8B-A7DA-4E2C-8F32-7BEA111FA3D9}" presName="composite" presStyleCnt="0">
        <dgm:presLayoutVars>
          <dgm:chMax val="1"/>
          <dgm:dir/>
          <dgm:resizeHandles val="exact"/>
        </dgm:presLayoutVars>
      </dgm:prSet>
      <dgm:spPr/>
    </dgm:pt>
    <dgm:pt modelId="{AB39EAC9-4528-4E96-8C2B-975B082A805A}" type="pres">
      <dgm:prSet presAssocID="{D154FE08-6AED-49DD-A229-523133DB36DD}" presName="roof" presStyleLbl="dkBgShp" presStyleIdx="0" presStyleCnt="2"/>
      <dgm:spPr/>
    </dgm:pt>
    <dgm:pt modelId="{A0B6E2EB-474C-4AD9-8CB4-9D9114D6F79B}" type="pres">
      <dgm:prSet presAssocID="{D154FE08-6AED-49DD-A229-523133DB36DD}" presName="pillars" presStyleCnt="0"/>
      <dgm:spPr/>
    </dgm:pt>
    <dgm:pt modelId="{3BC8CB36-B0E7-42B3-9690-38D978109C21}" type="pres">
      <dgm:prSet presAssocID="{D154FE08-6AED-49DD-A229-523133DB36DD}" presName="pillar1" presStyleLbl="node1" presStyleIdx="0" presStyleCnt="1">
        <dgm:presLayoutVars>
          <dgm:bulletEnabled val="1"/>
        </dgm:presLayoutVars>
      </dgm:prSet>
      <dgm:spPr/>
    </dgm:pt>
    <dgm:pt modelId="{059C6688-CE6B-4424-9629-4B5B9BD64866}" type="pres">
      <dgm:prSet presAssocID="{D154FE08-6AED-49DD-A229-523133DB36DD}" presName="base" presStyleLbl="dkBgShp" presStyleIdx="1" presStyleCnt="2"/>
      <dgm:spPr/>
    </dgm:pt>
  </dgm:ptLst>
  <dgm:cxnLst>
    <dgm:cxn modelId="{34AB8863-C6FA-4E7D-9DA1-84E4F2848C6F}" type="presOf" srcId="{B32185F1-163B-48CE-920A-8EE2D8394197}" destId="{3BC8CB36-B0E7-42B3-9690-38D978109C21}" srcOrd="0" destOrd="0" presId="urn:microsoft.com/office/officeart/2005/8/layout/hList3"/>
    <dgm:cxn modelId="{2E666787-3062-422E-B04B-26B5B552353F}" type="presOf" srcId="{D154FE08-6AED-49DD-A229-523133DB36DD}" destId="{AB39EAC9-4528-4E96-8C2B-975B082A805A}" srcOrd="0" destOrd="0" presId="urn:microsoft.com/office/officeart/2005/8/layout/hList3"/>
    <dgm:cxn modelId="{E412B490-97DE-4557-8DEC-AEC4CE9447DD}" srcId="{D154FE08-6AED-49DD-A229-523133DB36DD}" destId="{B32185F1-163B-48CE-920A-8EE2D8394197}" srcOrd="0" destOrd="0" parTransId="{C7EC31CD-1CF0-4EDC-BC4B-31F631941972}" sibTransId="{0E2D5117-658E-4527-943A-9D29B2A0F26B}"/>
    <dgm:cxn modelId="{61DC48A7-A4E9-4A74-B041-644CE118801A}" srcId="{29E42E8B-A7DA-4E2C-8F32-7BEA111FA3D9}" destId="{D154FE08-6AED-49DD-A229-523133DB36DD}" srcOrd="0" destOrd="0" parTransId="{792C6DB2-C2D6-4853-B169-59B8F88CDE5C}" sibTransId="{CA94238B-1167-4C23-B5E8-6059DE6EBDA7}"/>
    <dgm:cxn modelId="{174D69B0-D2F1-4355-A85E-00DB3D22C580}" type="presOf" srcId="{29E42E8B-A7DA-4E2C-8F32-7BEA111FA3D9}" destId="{7674696D-394F-4F7B-9CF7-0EEEF13F326A}" srcOrd="0" destOrd="0" presId="urn:microsoft.com/office/officeart/2005/8/layout/hList3"/>
    <dgm:cxn modelId="{ECF7F02A-844C-4415-924A-FBA44A0B9CB8}" type="presParOf" srcId="{7674696D-394F-4F7B-9CF7-0EEEF13F326A}" destId="{AB39EAC9-4528-4E96-8C2B-975B082A805A}" srcOrd="0" destOrd="0" presId="urn:microsoft.com/office/officeart/2005/8/layout/hList3"/>
    <dgm:cxn modelId="{A38C71D6-82B5-4E50-AA97-369A139C5C3B}" type="presParOf" srcId="{7674696D-394F-4F7B-9CF7-0EEEF13F326A}" destId="{A0B6E2EB-474C-4AD9-8CB4-9D9114D6F79B}" srcOrd="1" destOrd="0" presId="urn:microsoft.com/office/officeart/2005/8/layout/hList3"/>
    <dgm:cxn modelId="{EF68FA65-6DB1-448D-A094-7B2DEFE2B0B6}" type="presParOf" srcId="{A0B6E2EB-474C-4AD9-8CB4-9D9114D6F79B}" destId="{3BC8CB36-B0E7-42B3-9690-38D978109C21}" srcOrd="0" destOrd="0" presId="urn:microsoft.com/office/officeart/2005/8/layout/hList3"/>
    <dgm:cxn modelId="{F4C4D151-EFDD-4B84-804B-480946DCA0D1}" type="presParOf" srcId="{7674696D-394F-4F7B-9CF7-0EEEF13F326A}" destId="{059C6688-CE6B-4424-9629-4B5B9BD64866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A38F263-33DA-4604-BEA3-CF6E00298FA1}" type="doc">
      <dgm:prSet loTypeId="urn:microsoft.com/office/officeart/2005/8/layout/hList3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hu-HU"/>
        </a:p>
      </dgm:t>
    </dgm:pt>
    <dgm:pt modelId="{8778A202-1A76-4BA7-A88A-EE15B151282F}">
      <dgm:prSet phldrT="[Szöveg]" phldr="0"/>
      <dgm:spPr/>
      <dgm:t>
        <a:bodyPr/>
        <a:lstStyle/>
        <a:p>
          <a:r>
            <a:rPr lang="hu-HU" noProof="1">
              <a:latin typeface="Aptos Narrow"/>
            </a:rPr>
            <a:t>Lehetőségek</a:t>
          </a:r>
        </a:p>
      </dgm:t>
    </dgm:pt>
    <dgm:pt modelId="{44857B31-B20C-460B-A217-A7A89D2DC095}" type="parTrans" cxnId="{6CFD1A27-9278-4161-88B4-748CAA87110C}">
      <dgm:prSet/>
      <dgm:spPr/>
      <dgm:t>
        <a:bodyPr/>
        <a:lstStyle/>
        <a:p>
          <a:endParaRPr lang="hu-HU"/>
        </a:p>
      </dgm:t>
    </dgm:pt>
    <dgm:pt modelId="{7026BEAC-5689-4AE9-A301-11F6FA6D58FD}" type="sibTrans" cxnId="{6CFD1A27-9278-4161-88B4-748CAA87110C}">
      <dgm:prSet/>
      <dgm:spPr/>
      <dgm:t>
        <a:bodyPr/>
        <a:lstStyle/>
        <a:p>
          <a:endParaRPr lang="hu-HU"/>
        </a:p>
      </dgm:t>
    </dgm:pt>
    <dgm:pt modelId="{4A200643-F4EE-4A01-B2D1-87D38A865413}">
      <dgm:prSet phldr="0" custT="1"/>
      <dgm:spPr/>
      <dgm:t>
        <a:bodyPr/>
        <a:lstStyle/>
        <a:p>
          <a:pPr rtl="0"/>
          <a:r>
            <a:rPr lang="hu-HU" sz="1200" noProof="1">
              <a:latin typeface="Aptos Narrow"/>
              <a:ea typeface="Calibri"/>
              <a:cs typeface="Calibri"/>
            </a:rPr>
            <a:t>1</a:t>
          </a:r>
          <a:r>
            <a:rPr lang="hu-HU" sz="1300" noProof="1">
              <a:latin typeface="Aptos Narrow"/>
              <a:ea typeface="Calibri"/>
              <a:cs typeface="Calibri"/>
            </a:rPr>
            <a:t>. mobilalkalmazás készítése React Native segítségével iOS és Android platformra,</a:t>
          </a:r>
          <a:br>
            <a:rPr lang="hu-HU" sz="1300" noProof="1">
              <a:latin typeface="Aptos Narrow"/>
              <a:ea typeface="Calibri"/>
              <a:cs typeface="Calibri"/>
            </a:rPr>
          </a:br>
          <a:r>
            <a:rPr lang="hu-HU" sz="1300" b="1" noProof="1">
              <a:latin typeface="Aptos Narrow"/>
              <a:ea typeface="Calibri"/>
              <a:cs typeface="Calibri"/>
            </a:rPr>
            <a:t>2.</a:t>
          </a:r>
          <a:r>
            <a:rPr lang="hu-HU" sz="1300" noProof="1">
              <a:latin typeface="Aptos Narrow"/>
              <a:ea typeface="Calibri"/>
              <a:cs typeface="Calibri"/>
            </a:rPr>
            <a:t> jövőbeni fejlesztések közé tartozhatnak az LLM integrálások (AI),</a:t>
          </a:r>
          <a:br>
            <a:rPr lang="hu-HU" sz="1300" noProof="1">
              <a:latin typeface="Aptos Narrow"/>
              <a:ea typeface="Calibri"/>
              <a:cs typeface="Calibri"/>
            </a:rPr>
          </a:br>
          <a:r>
            <a:rPr lang="hu-HU" sz="1300" b="1" noProof="1">
              <a:latin typeface="Aptos Narrow"/>
              <a:ea typeface="Calibri"/>
              <a:cs typeface="Calibri"/>
            </a:rPr>
            <a:t>3.</a:t>
          </a:r>
          <a:r>
            <a:rPr lang="hu-HU" sz="1300" noProof="1">
              <a:latin typeface="Aptos Narrow"/>
              <a:ea typeface="Calibri"/>
              <a:cs typeface="Calibri"/>
            </a:rPr>
            <a:t> vállalati integrációk, mint a Slack vagy a Microsoft Teams.</a:t>
          </a:r>
          <a:br>
            <a:rPr lang="hu-HU" sz="1300" noProof="1">
              <a:latin typeface="Aptos Narrow"/>
              <a:ea typeface="Calibri"/>
              <a:cs typeface="Calibri"/>
            </a:rPr>
          </a:br>
          <a:r>
            <a:rPr lang="hu-HU" sz="1300" noProof="1">
              <a:latin typeface="Aptos Narrow"/>
              <a:ea typeface="Calibri"/>
              <a:cs typeface="Calibri"/>
            </a:rPr>
            <a:t>4. Funkciók bővítése ügyvédi, bírósági, orvosi használatra </a:t>
          </a:r>
        </a:p>
      </dgm:t>
    </dgm:pt>
    <dgm:pt modelId="{93E5DB8D-1A94-49F0-AA5B-F623A5875970}" type="parTrans" cxnId="{160470A7-481F-4B08-A3EB-DA25301E3C04}">
      <dgm:prSet/>
      <dgm:spPr/>
    </dgm:pt>
    <dgm:pt modelId="{22065C3C-7AE7-4230-9981-12148FE7DC3E}" type="sibTrans" cxnId="{160470A7-481F-4B08-A3EB-DA25301E3C04}">
      <dgm:prSet/>
      <dgm:spPr/>
    </dgm:pt>
    <dgm:pt modelId="{1484B018-E182-4DB8-A1E8-11A23B3ED252}" type="pres">
      <dgm:prSet presAssocID="{5A38F263-33DA-4604-BEA3-CF6E00298FA1}" presName="composite" presStyleCnt="0">
        <dgm:presLayoutVars>
          <dgm:chMax val="1"/>
          <dgm:dir/>
          <dgm:resizeHandles val="exact"/>
        </dgm:presLayoutVars>
      </dgm:prSet>
      <dgm:spPr/>
    </dgm:pt>
    <dgm:pt modelId="{7A608748-0CA4-4ED6-BF04-41F07D80DA1C}" type="pres">
      <dgm:prSet presAssocID="{8778A202-1A76-4BA7-A88A-EE15B151282F}" presName="roof" presStyleLbl="dkBgShp" presStyleIdx="0" presStyleCnt="2"/>
      <dgm:spPr/>
    </dgm:pt>
    <dgm:pt modelId="{D2682FDA-609C-474D-9E29-6E2289DD7844}" type="pres">
      <dgm:prSet presAssocID="{8778A202-1A76-4BA7-A88A-EE15B151282F}" presName="pillars" presStyleCnt="0"/>
      <dgm:spPr/>
    </dgm:pt>
    <dgm:pt modelId="{08B2E8CF-146F-4014-A550-336B6C95F799}" type="pres">
      <dgm:prSet presAssocID="{8778A202-1A76-4BA7-A88A-EE15B151282F}" presName="pillar1" presStyleLbl="node1" presStyleIdx="0" presStyleCnt="1">
        <dgm:presLayoutVars>
          <dgm:bulletEnabled val="1"/>
        </dgm:presLayoutVars>
      </dgm:prSet>
      <dgm:spPr/>
    </dgm:pt>
    <dgm:pt modelId="{A77D0E1A-AB86-4013-BF03-7950A0E3E1F6}" type="pres">
      <dgm:prSet presAssocID="{8778A202-1A76-4BA7-A88A-EE15B151282F}" presName="base" presStyleLbl="dkBgShp" presStyleIdx="1" presStyleCnt="2"/>
      <dgm:spPr/>
    </dgm:pt>
  </dgm:ptLst>
  <dgm:cxnLst>
    <dgm:cxn modelId="{6CFD1A27-9278-4161-88B4-748CAA87110C}" srcId="{5A38F263-33DA-4604-BEA3-CF6E00298FA1}" destId="{8778A202-1A76-4BA7-A88A-EE15B151282F}" srcOrd="0" destOrd="0" parTransId="{44857B31-B20C-460B-A217-A7A89D2DC095}" sibTransId="{7026BEAC-5689-4AE9-A301-11F6FA6D58FD}"/>
    <dgm:cxn modelId="{E4BC422B-21D4-4EB5-890F-653F3EAA6848}" type="presOf" srcId="{8778A202-1A76-4BA7-A88A-EE15B151282F}" destId="{7A608748-0CA4-4ED6-BF04-41F07D80DA1C}" srcOrd="0" destOrd="0" presId="urn:microsoft.com/office/officeart/2005/8/layout/hList3"/>
    <dgm:cxn modelId="{A525C23A-605B-4143-9BD3-404693B51B1A}" type="presOf" srcId="{5A38F263-33DA-4604-BEA3-CF6E00298FA1}" destId="{1484B018-E182-4DB8-A1E8-11A23B3ED252}" srcOrd="0" destOrd="0" presId="urn:microsoft.com/office/officeart/2005/8/layout/hList3"/>
    <dgm:cxn modelId="{6E9D2560-BF95-4E2C-BDBF-DC3660F90584}" type="presOf" srcId="{4A200643-F4EE-4A01-B2D1-87D38A865413}" destId="{08B2E8CF-146F-4014-A550-336B6C95F799}" srcOrd="0" destOrd="0" presId="urn:microsoft.com/office/officeart/2005/8/layout/hList3"/>
    <dgm:cxn modelId="{160470A7-481F-4B08-A3EB-DA25301E3C04}" srcId="{8778A202-1A76-4BA7-A88A-EE15B151282F}" destId="{4A200643-F4EE-4A01-B2D1-87D38A865413}" srcOrd="0" destOrd="0" parTransId="{93E5DB8D-1A94-49F0-AA5B-F623A5875970}" sibTransId="{22065C3C-7AE7-4230-9981-12148FE7DC3E}"/>
    <dgm:cxn modelId="{6AF5A3EC-21A5-4572-A7C7-157A4F23FFEA}" type="presParOf" srcId="{1484B018-E182-4DB8-A1E8-11A23B3ED252}" destId="{7A608748-0CA4-4ED6-BF04-41F07D80DA1C}" srcOrd="0" destOrd="0" presId="urn:microsoft.com/office/officeart/2005/8/layout/hList3"/>
    <dgm:cxn modelId="{6951FA4F-F096-42FD-A36D-C0518B93A09E}" type="presParOf" srcId="{1484B018-E182-4DB8-A1E8-11A23B3ED252}" destId="{D2682FDA-609C-474D-9E29-6E2289DD7844}" srcOrd="1" destOrd="0" presId="urn:microsoft.com/office/officeart/2005/8/layout/hList3"/>
    <dgm:cxn modelId="{4BA06BED-922B-4B05-9449-C3B0F10FA997}" type="presParOf" srcId="{D2682FDA-609C-474D-9E29-6E2289DD7844}" destId="{08B2E8CF-146F-4014-A550-336B6C95F799}" srcOrd="0" destOrd="0" presId="urn:microsoft.com/office/officeart/2005/8/layout/hList3"/>
    <dgm:cxn modelId="{15009AE6-6FC6-4424-B03F-DB5EDA9C8F12}" type="presParOf" srcId="{1484B018-E182-4DB8-A1E8-11A23B3ED252}" destId="{A77D0E1A-AB86-4013-BF03-7950A0E3E1F6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C5ABCF6-C7DB-464E-A7F9-B6C00721F65F}" type="doc">
      <dgm:prSet loTypeId="urn:microsoft.com/office/officeart/2005/8/layout/hList3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hu-HU"/>
        </a:p>
      </dgm:t>
    </dgm:pt>
    <dgm:pt modelId="{86ACC28C-EDA6-40B9-8662-916F66807D25}">
      <dgm:prSet phldr="0"/>
      <dgm:spPr/>
      <dgm:t>
        <a:bodyPr/>
        <a:lstStyle/>
        <a:p>
          <a:pPr rtl="0"/>
          <a:r>
            <a:rPr lang="hu-HU" sz="1200" noProof="1">
              <a:latin typeface="Aptos Narrow"/>
              <a:ea typeface="Calibri"/>
              <a:cs typeface="Calibri"/>
            </a:rPr>
            <a:t>Veszélyek </a:t>
          </a:r>
        </a:p>
      </dgm:t>
    </dgm:pt>
    <dgm:pt modelId="{BDDEFE7C-7CA0-439C-B692-D81315C1D4D5}" type="parTrans" cxnId="{E4AD6F88-D66B-4420-B71E-CF3933261B4C}">
      <dgm:prSet/>
      <dgm:spPr/>
    </dgm:pt>
    <dgm:pt modelId="{325072EE-330C-42FE-B76D-3D97C7F37865}" type="sibTrans" cxnId="{E4AD6F88-D66B-4420-B71E-CF3933261B4C}">
      <dgm:prSet/>
      <dgm:spPr/>
    </dgm:pt>
    <dgm:pt modelId="{E687C3A1-5599-41D7-916A-369A939E855C}">
      <dgm:prSet phldr="0" custT="1"/>
      <dgm:spPr/>
      <dgm:t>
        <a:bodyPr/>
        <a:lstStyle/>
        <a:p>
          <a:pPr rtl="0"/>
          <a:r>
            <a:rPr lang="hu-HU" sz="1300" b="0" noProof="1">
              <a:latin typeface="Aptos Narrow"/>
              <a:ea typeface="Calibri"/>
              <a:cs typeface="Calibri"/>
            </a:rPr>
            <a:t>1. API-tól való függőség, </a:t>
          </a:r>
          <a:br>
            <a:rPr lang="hu-HU" sz="1300" b="0" noProof="1">
              <a:latin typeface="Aptos Narrow"/>
              <a:ea typeface="Calibri"/>
              <a:cs typeface="Calibri"/>
            </a:rPr>
          </a:br>
          <a:r>
            <a:rPr lang="hu-HU" sz="1300" b="0" noProof="1">
              <a:latin typeface="Aptos Narrow"/>
              <a:ea typeface="Calibri"/>
              <a:cs typeface="Calibri"/>
            </a:rPr>
            <a:t>2. adatvédelmi megfelelés </a:t>
          </a:r>
          <a:br>
            <a:rPr lang="hu-HU" sz="1300" b="0" noProof="1">
              <a:solidFill>
                <a:srgbClr val="000000"/>
              </a:solidFill>
              <a:latin typeface="Aptos Narrow"/>
              <a:ea typeface="Calibri"/>
              <a:cs typeface="Calibri"/>
            </a:rPr>
          </a:br>
          <a:r>
            <a:rPr lang="hu-HU" sz="1300" b="0" noProof="1">
              <a:latin typeface="Aptos Narrow"/>
              <a:ea typeface="Calibri"/>
              <a:cs typeface="Calibri"/>
            </a:rPr>
            <a:t>3. lehetséges licencdíjak és az üzemeltetési költségek, például a MongoDB fenntartása,</a:t>
          </a:r>
          <a:br>
            <a:rPr lang="hu-HU" sz="1300" b="0" noProof="1">
              <a:solidFill>
                <a:srgbClr val="000000"/>
              </a:solidFill>
              <a:latin typeface="Aptos Narrow"/>
              <a:ea typeface="Calibri"/>
              <a:cs typeface="Calibri"/>
            </a:rPr>
          </a:br>
          <a:r>
            <a:rPr lang="hu-HU" sz="1300" b="0" noProof="1">
              <a:latin typeface="Aptos Narrow"/>
              <a:ea typeface="Calibri"/>
              <a:cs typeface="Calibri"/>
            </a:rPr>
            <a:t>4. kihívást jelenthet a felhasználószerzés az erős versenytársak mellett (ha való életben használnánk)</a:t>
          </a:r>
          <a:endParaRPr lang="hu-HU" sz="1300" b="0" noProof="0">
            <a:latin typeface="Calibri Light"/>
            <a:ea typeface="Calibri Light"/>
            <a:cs typeface="Calibri Light"/>
          </a:endParaRPr>
        </a:p>
      </dgm:t>
    </dgm:pt>
    <dgm:pt modelId="{C3810ACC-BAB9-45E7-83EB-01E8D6D4EA42}" type="parTrans" cxnId="{E87458F9-F1D0-4362-A2B2-7D01C8E0C9A3}">
      <dgm:prSet/>
      <dgm:spPr/>
    </dgm:pt>
    <dgm:pt modelId="{C662BABC-92FE-4B3E-9C12-C6667908D1C2}" type="sibTrans" cxnId="{E87458F9-F1D0-4362-A2B2-7D01C8E0C9A3}">
      <dgm:prSet/>
      <dgm:spPr/>
    </dgm:pt>
    <dgm:pt modelId="{2D43D869-EE2E-4ECE-A45A-EDF703EA281C}" type="pres">
      <dgm:prSet presAssocID="{EC5ABCF6-C7DB-464E-A7F9-B6C00721F65F}" presName="composite" presStyleCnt="0">
        <dgm:presLayoutVars>
          <dgm:chMax val="1"/>
          <dgm:dir/>
          <dgm:resizeHandles val="exact"/>
        </dgm:presLayoutVars>
      </dgm:prSet>
      <dgm:spPr/>
    </dgm:pt>
    <dgm:pt modelId="{FAAC674B-280F-4294-987F-5504DFA5186C}" type="pres">
      <dgm:prSet presAssocID="{86ACC28C-EDA6-40B9-8662-916F66807D25}" presName="roof" presStyleLbl="dkBgShp" presStyleIdx="0" presStyleCnt="2"/>
      <dgm:spPr/>
    </dgm:pt>
    <dgm:pt modelId="{F48190FC-8FD7-4DB2-985E-20808260518A}" type="pres">
      <dgm:prSet presAssocID="{86ACC28C-EDA6-40B9-8662-916F66807D25}" presName="pillars" presStyleCnt="0"/>
      <dgm:spPr/>
    </dgm:pt>
    <dgm:pt modelId="{AF4D6BE8-CFE0-4910-A85A-AF6B6165EE83}" type="pres">
      <dgm:prSet presAssocID="{86ACC28C-EDA6-40B9-8662-916F66807D25}" presName="pillar1" presStyleLbl="node1" presStyleIdx="0" presStyleCnt="1">
        <dgm:presLayoutVars>
          <dgm:bulletEnabled val="1"/>
        </dgm:presLayoutVars>
      </dgm:prSet>
      <dgm:spPr/>
    </dgm:pt>
    <dgm:pt modelId="{11BC8CB4-0E98-421B-8A51-843288E13913}" type="pres">
      <dgm:prSet presAssocID="{86ACC28C-EDA6-40B9-8662-916F66807D25}" presName="base" presStyleLbl="dkBgShp" presStyleIdx="1" presStyleCnt="2"/>
      <dgm:spPr/>
    </dgm:pt>
  </dgm:ptLst>
  <dgm:cxnLst>
    <dgm:cxn modelId="{DB95A229-D95C-4869-B010-BFA9C14D33BA}" type="presOf" srcId="{EC5ABCF6-C7DB-464E-A7F9-B6C00721F65F}" destId="{2D43D869-EE2E-4ECE-A45A-EDF703EA281C}" srcOrd="0" destOrd="0" presId="urn:microsoft.com/office/officeart/2005/8/layout/hList3"/>
    <dgm:cxn modelId="{B4D7CD74-A388-48DE-928A-DBBF51251EEA}" type="presOf" srcId="{E687C3A1-5599-41D7-916A-369A939E855C}" destId="{AF4D6BE8-CFE0-4910-A85A-AF6B6165EE83}" srcOrd="0" destOrd="0" presId="urn:microsoft.com/office/officeart/2005/8/layout/hList3"/>
    <dgm:cxn modelId="{E4AD6F88-D66B-4420-B71E-CF3933261B4C}" srcId="{EC5ABCF6-C7DB-464E-A7F9-B6C00721F65F}" destId="{86ACC28C-EDA6-40B9-8662-916F66807D25}" srcOrd="0" destOrd="0" parTransId="{BDDEFE7C-7CA0-439C-B692-D81315C1D4D5}" sibTransId="{325072EE-330C-42FE-B76D-3D97C7F37865}"/>
    <dgm:cxn modelId="{671B03CC-B087-4D6D-A3C8-C4373881771D}" type="presOf" srcId="{86ACC28C-EDA6-40B9-8662-916F66807D25}" destId="{FAAC674B-280F-4294-987F-5504DFA5186C}" srcOrd="0" destOrd="0" presId="urn:microsoft.com/office/officeart/2005/8/layout/hList3"/>
    <dgm:cxn modelId="{E87458F9-F1D0-4362-A2B2-7D01C8E0C9A3}" srcId="{86ACC28C-EDA6-40B9-8662-916F66807D25}" destId="{E687C3A1-5599-41D7-916A-369A939E855C}" srcOrd="0" destOrd="0" parTransId="{C3810ACC-BAB9-45E7-83EB-01E8D6D4EA42}" sibTransId="{C662BABC-92FE-4B3E-9C12-C6667908D1C2}"/>
    <dgm:cxn modelId="{E9E5E431-22F4-4C84-80E0-4DA623E45339}" type="presParOf" srcId="{2D43D869-EE2E-4ECE-A45A-EDF703EA281C}" destId="{FAAC674B-280F-4294-987F-5504DFA5186C}" srcOrd="0" destOrd="0" presId="urn:microsoft.com/office/officeart/2005/8/layout/hList3"/>
    <dgm:cxn modelId="{EC7CD9A7-4640-4A5A-AA89-C0CC76A3565D}" type="presParOf" srcId="{2D43D869-EE2E-4ECE-A45A-EDF703EA281C}" destId="{F48190FC-8FD7-4DB2-985E-20808260518A}" srcOrd="1" destOrd="0" presId="urn:microsoft.com/office/officeart/2005/8/layout/hList3"/>
    <dgm:cxn modelId="{2F6E8BD0-4B89-42A8-AD86-1580D28E91E4}" type="presParOf" srcId="{F48190FC-8FD7-4DB2-985E-20808260518A}" destId="{AF4D6BE8-CFE0-4910-A85A-AF6B6165EE83}" srcOrd="0" destOrd="0" presId="urn:microsoft.com/office/officeart/2005/8/layout/hList3"/>
    <dgm:cxn modelId="{2F96259A-68AF-4672-AF7A-977A00598131}" type="presParOf" srcId="{2D43D869-EE2E-4ECE-A45A-EDF703EA281C}" destId="{11BC8CB4-0E98-421B-8A51-843288E13913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C3E8BF-0BC2-440D-80D9-40C792A7547D}">
      <dsp:nvSpPr>
        <dsp:cNvPr id="0" name=""/>
        <dsp:cNvSpPr/>
      </dsp:nvSpPr>
      <dsp:spPr>
        <a:xfrm>
          <a:off x="1283" y="507350"/>
          <a:ext cx="4505585" cy="286104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5A6729-FF09-4230-A8F4-57E3CFE20E53}">
      <dsp:nvSpPr>
        <dsp:cNvPr id="0" name=""/>
        <dsp:cNvSpPr/>
      </dsp:nvSpPr>
      <dsp:spPr>
        <a:xfrm>
          <a:off x="501904" y="982940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400" b="1" i="0" kern="1200" noProof="1">
              <a:latin typeface="Aptos Narrow"/>
              <a:ea typeface="Calibri"/>
              <a:cs typeface="Calibri"/>
            </a:rPr>
            <a:t>Gyenes Béla</a:t>
          </a:r>
          <a:br>
            <a:rPr lang="hu-HU" sz="3400" b="0" i="0" kern="1200" noProof="1">
              <a:latin typeface="Aptos Narrow"/>
              <a:ea typeface="Calibri"/>
              <a:cs typeface="Calibri"/>
            </a:rPr>
          </a:br>
          <a:r>
            <a:rPr lang="hu-HU" sz="3400" b="0" i="0" kern="1200" noProof="1">
              <a:latin typeface="Aptos Narrow"/>
              <a:ea typeface="Calibri"/>
              <a:cs typeface="Calibri"/>
            </a:rPr>
            <a:t>Fordítás, előfizetés, API összeköttetések, tesztelés</a:t>
          </a:r>
          <a:endParaRPr lang="hu-HU" sz="3400" b="1" i="0" kern="1200" noProof="1">
            <a:latin typeface="Aptos Narrow"/>
            <a:ea typeface="+mn-ea"/>
            <a:cs typeface="+mn-cs"/>
          </a:endParaRPr>
        </a:p>
      </dsp:txBody>
      <dsp:txXfrm>
        <a:off x="585701" y="1066737"/>
        <a:ext cx="4337991" cy="2693452"/>
      </dsp:txXfrm>
    </dsp:sp>
    <dsp:sp modelId="{B0FEC7FA-4064-44B9-A7CA-74262225DEAC}">
      <dsp:nvSpPr>
        <dsp:cNvPr id="0" name=""/>
        <dsp:cNvSpPr/>
      </dsp:nvSpPr>
      <dsp:spPr>
        <a:xfrm>
          <a:off x="5508110" y="507350"/>
          <a:ext cx="4505585" cy="286104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1000FC-8B2C-4860-80F0-66689F0CBEA7}">
      <dsp:nvSpPr>
        <dsp:cNvPr id="0" name=""/>
        <dsp:cNvSpPr/>
      </dsp:nvSpPr>
      <dsp:spPr>
        <a:xfrm>
          <a:off x="6008730" y="982940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400" b="1" i="0" kern="1200" noProof="1">
              <a:latin typeface="Aptos Narrow"/>
              <a:ea typeface="+mn-ea"/>
              <a:cs typeface="+mn-cs"/>
            </a:rPr>
            <a:t>Jójárt Mátyás </a:t>
          </a:r>
          <a:r>
            <a:rPr lang="hu-HU" sz="3400" b="0" i="0" kern="1200" noProof="1">
              <a:latin typeface="Aptos Narrow"/>
              <a:ea typeface="+mn-ea"/>
              <a:cs typeface="+mn-cs"/>
            </a:rPr>
            <a:t>Adatbázis, admin-és moderátor fül, regisztráció-és bejelentkezés</a:t>
          </a:r>
          <a:endParaRPr lang="hu-HU" sz="3400" kern="1200">
            <a:latin typeface="Aptos Narrow"/>
            <a:ea typeface="+mn-ea"/>
            <a:cs typeface="+mn-cs"/>
          </a:endParaRPr>
        </a:p>
      </dsp:txBody>
      <dsp:txXfrm>
        <a:off x="6092527" y="1066737"/>
        <a:ext cx="4337991" cy="26934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98F081-C42B-4897-BE55-B52DF7B7BE46}">
      <dsp:nvSpPr>
        <dsp:cNvPr id="0" name=""/>
        <dsp:cNvSpPr/>
      </dsp:nvSpPr>
      <dsp:spPr>
        <a:xfrm>
          <a:off x="3080" y="587635"/>
          <a:ext cx="2444055" cy="1466433"/>
        </a:xfrm>
        <a:prstGeom prst="rect">
          <a:avLst/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100" b="0" i="0" kern="1200" noProof="1">
              <a:latin typeface="Aptos Narrow"/>
            </a:rPr>
            <a:t>MongoDB</a:t>
          </a:r>
          <a:endParaRPr lang="hu-HU" sz="4100" kern="1200" noProof="1">
            <a:latin typeface="Aptos Narrow"/>
          </a:endParaRPr>
        </a:p>
      </dsp:txBody>
      <dsp:txXfrm>
        <a:off x="3080" y="587635"/>
        <a:ext cx="2444055" cy="1466433"/>
      </dsp:txXfrm>
    </dsp:sp>
    <dsp:sp modelId="{7E4C45A7-A533-4A6B-B73D-0A8E8373E6B5}">
      <dsp:nvSpPr>
        <dsp:cNvPr id="0" name=""/>
        <dsp:cNvSpPr/>
      </dsp:nvSpPr>
      <dsp:spPr>
        <a:xfrm>
          <a:off x="2691541" y="587635"/>
          <a:ext cx="2444055" cy="1466433"/>
        </a:xfrm>
        <a:prstGeom prst="rect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100" b="0" i="0" kern="1200" noProof="1">
              <a:latin typeface="Aptos Narrow"/>
            </a:rPr>
            <a:t>DeepL</a:t>
          </a:r>
          <a:r>
            <a:rPr lang="hu-HU" sz="4100" kern="1200" noProof="1">
              <a:latin typeface="Aptos Narrow"/>
            </a:rPr>
            <a:t> API</a:t>
          </a:r>
          <a:endParaRPr lang="hu-HU" sz="4100" kern="1200"/>
        </a:p>
      </dsp:txBody>
      <dsp:txXfrm>
        <a:off x="2691541" y="587635"/>
        <a:ext cx="2444055" cy="1466433"/>
      </dsp:txXfrm>
    </dsp:sp>
    <dsp:sp modelId="{52A003C7-AA85-4654-82AE-BFCADFAA0DDC}">
      <dsp:nvSpPr>
        <dsp:cNvPr id="0" name=""/>
        <dsp:cNvSpPr/>
      </dsp:nvSpPr>
      <dsp:spPr>
        <a:xfrm>
          <a:off x="5380002" y="587635"/>
          <a:ext cx="2444055" cy="1466433"/>
        </a:xfrm>
        <a:prstGeom prst="rect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100" b="0" i="0" kern="1200" noProof="1">
              <a:latin typeface="Aptos Narrow"/>
            </a:rPr>
            <a:t>Express</a:t>
          </a:r>
          <a:endParaRPr lang="hu-HU" sz="4100" kern="1200"/>
        </a:p>
      </dsp:txBody>
      <dsp:txXfrm>
        <a:off x="5380002" y="587635"/>
        <a:ext cx="2444055" cy="1466433"/>
      </dsp:txXfrm>
    </dsp:sp>
    <dsp:sp modelId="{719243FE-1EF0-42BE-A06E-657D73F5046D}">
      <dsp:nvSpPr>
        <dsp:cNvPr id="0" name=""/>
        <dsp:cNvSpPr/>
      </dsp:nvSpPr>
      <dsp:spPr>
        <a:xfrm>
          <a:off x="8068463" y="587635"/>
          <a:ext cx="2444055" cy="1466433"/>
        </a:xfrm>
        <a:prstGeom prst="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100" b="0" i="0" kern="1200" noProof="1">
              <a:latin typeface="Aptos Narrow"/>
            </a:rPr>
            <a:t>Node</a:t>
          </a:r>
          <a:endParaRPr lang="hu-HU" sz="4100" kern="1200"/>
        </a:p>
      </dsp:txBody>
      <dsp:txXfrm>
        <a:off x="8068463" y="587635"/>
        <a:ext cx="2444055" cy="1466433"/>
      </dsp:txXfrm>
    </dsp:sp>
    <dsp:sp modelId="{CD0011D4-6356-4372-A0A9-810B134C5FB1}">
      <dsp:nvSpPr>
        <dsp:cNvPr id="0" name=""/>
        <dsp:cNvSpPr/>
      </dsp:nvSpPr>
      <dsp:spPr>
        <a:xfrm>
          <a:off x="3080" y="2298474"/>
          <a:ext cx="2444055" cy="1466433"/>
        </a:xfrm>
        <a:prstGeom prst="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100" b="0" i="0" kern="1200" noProof="1">
              <a:latin typeface="Aptos Narrow"/>
            </a:rPr>
            <a:t>React</a:t>
          </a:r>
          <a:endParaRPr lang="hu-HU" sz="4100" kern="1200"/>
        </a:p>
      </dsp:txBody>
      <dsp:txXfrm>
        <a:off x="3080" y="2298474"/>
        <a:ext cx="2444055" cy="1466433"/>
      </dsp:txXfrm>
    </dsp:sp>
    <dsp:sp modelId="{803AA9C7-7033-422A-8E99-03AC68E95ADA}">
      <dsp:nvSpPr>
        <dsp:cNvPr id="0" name=""/>
        <dsp:cNvSpPr/>
      </dsp:nvSpPr>
      <dsp:spPr>
        <a:xfrm>
          <a:off x="2691541" y="2298474"/>
          <a:ext cx="2444055" cy="1466433"/>
        </a:xfrm>
        <a:prstGeom prst="rect">
          <a:avLst/>
        </a:prstGeom>
        <a:solidFill>
          <a:srgbClr val="F216E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100" b="0" i="0" kern="1200" noProof="1">
              <a:latin typeface="Aptos Narrow"/>
            </a:rPr>
            <a:t>Sass (SCSS)</a:t>
          </a:r>
          <a:endParaRPr lang="hu-HU" sz="4100" kern="1200"/>
        </a:p>
      </dsp:txBody>
      <dsp:txXfrm>
        <a:off x="2691541" y="2298474"/>
        <a:ext cx="2444055" cy="1466433"/>
      </dsp:txXfrm>
    </dsp:sp>
    <dsp:sp modelId="{D144A7AD-24A7-4DDC-9979-AE0BEA0A45F8}">
      <dsp:nvSpPr>
        <dsp:cNvPr id="0" name=""/>
        <dsp:cNvSpPr/>
      </dsp:nvSpPr>
      <dsp:spPr>
        <a:xfrm>
          <a:off x="5380002" y="2298474"/>
          <a:ext cx="2444055" cy="1466433"/>
        </a:xfrm>
        <a:prstGeom prst="rect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100" b="0" i="0" kern="1200" noProof="1">
              <a:latin typeface="Aptos Narrow"/>
            </a:rPr>
            <a:t>Tesseract</a:t>
          </a:r>
          <a:endParaRPr lang="hu-HU" sz="4100" kern="1200"/>
        </a:p>
      </dsp:txBody>
      <dsp:txXfrm>
        <a:off x="5380002" y="2298474"/>
        <a:ext cx="2444055" cy="1466433"/>
      </dsp:txXfrm>
    </dsp:sp>
    <dsp:sp modelId="{A02FAF89-DF07-45DA-8DE3-9FE03B800ED1}">
      <dsp:nvSpPr>
        <dsp:cNvPr id="0" name=""/>
        <dsp:cNvSpPr/>
      </dsp:nvSpPr>
      <dsp:spPr>
        <a:xfrm>
          <a:off x="8068463" y="2298474"/>
          <a:ext cx="2444055" cy="1466433"/>
        </a:xfrm>
        <a:prstGeom prst="rect">
          <a:avLst/>
        </a:prstGeom>
        <a:solidFill>
          <a:srgbClr val="A438C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100" kern="1200" noProof="1">
              <a:latin typeface="Aptos Narrow"/>
            </a:rPr>
            <a:t>Vite</a:t>
          </a:r>
          <a:endParaRPr lang="hu-HU" sz="4100" kern="1200"/>
        </a:p>
      </dsp:txBody>
      <dsp:txXfrm>
        <a:off x="8068463" y="2298474"/>
        <a:ext cx="2444055" cy="14664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1A7255-4079-4F48-91D7-A47EE491B6DF}">
      <dsp:nvSpPr>
        <dsp:cNvPr id="0" name=""/>
        <dsp:cNvSpPr/>
      </dsp:nvSpPr>
      <dsp:spPr>
        <a:xfrm>
          <a:off x="0" y="2985419"/>
          <a:ext cx="10030172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C986B3-F5CA-476A-9999-221B6A46F514}">
      <dsp:nvSpPr>
        <dsp:cNvPr id="0" name=""/>
        <dsp:cNvSpPr/>
      </dsp:nvSpPr>
      <dsp:spPr>
        <a:xfrm>
          <a:off x="134927" y="1850959"/>
          <a:ext cx="1960976" cy="7165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hu-HU" sz="1400" kern="1200" noProof="1">
              <a:latin typeface="Calibri Light" panose="020F0302020204030204"/>
            </a:rPr>
            <a:t>Szeptember</a:t>
          </a:r>
          <a:endParaRPr lang="hu-HU" sz="1400" kern="1200" noProof="1"/>
        </a:p>
      </dsp:txBody>
      <dsp:txXfrm>
        <a:off x="134927" y="1850959"/>
        <a:ext cx="1960976" cy="716500"/>
      </dsp:txXfrm>
    </dsp:sp>
    <dsp:sp modelId="{D1595CB2-8349-48A2-9B36-3D95B7A348B8}">
      <dsp:nvSpPr>
        <dsp:cNvPr id="0" name=""/>
        <dsp:cNvSpPr/>
      </dsp:nvSpPr>
      <dsp:spPr>
        <a:xfrm>
          <a:off x="134927" y="948616"/>
          <a:ext cx="1960976" cy="902342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 noProof="1">
              <a:latin typeface="Aptos Narrow"/>
            </a:rPr>
            <a:t>Profil, rólunk, footer és dokumentáció oldalak a </a:t>
          </a:r>
          <a:r>
            <a:rPr lang="hu-HU" sz="1200" i="1" kern="1200" noProof="1">
              <a:latin typeface="Aptos Narrow"/>
            </a:rPr>
            <a:t>fordito-react-app</a:t>
          </a:r>
          <a:r>
            <a:rPr lang="hu-HU" sz="1200" kern="1200" noProof="1">
              <a:latin typeface="Aptos Narrow"/>
            </a:rPr>
            <a:t> mappában.</a:t>
          </a:r>
          <a:endParaRPr lang="hu-HU" sz="1200" kern="1200" noProof="1"/>
        </a:p>
      </dsp:txBody>
      <dsp:txXfrm>
        <a:off x="134927" y="948616"/>
        <a:ext cx="1960976" cy="902342"/>
      </dsp:txXfrm>
    </dsp:sp>
    <dsp:sp modelId="{AB5942EE-653C-4D00-ABA1-29C1F07088BE}">
      <dsp:nvSpPr>
        <dsp:cNvPr id="0" name=""/>
        <dsp:cNvSpPr/>
      </dsp:nvSpPr>
      <dsp:spPr>
        <a:xfrm>
          <a:off x="1115415" y="2567460"/>
          <a:ext cx="0" cy="417958"/>
        </a:xfrm>
        <a:prstGeom prst="line">
          <a:avLst/>
        </a:pr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DEE6A9-1B80-4CA5-AF0F-79E24D6236D4}">
      <dsp:nvSpPr>
        <dsp:cNvPr id="0" name=""/>
        <dsp:cNvSpPr/>
      </dsp:nvSpPr>
      <dsp:spPr>
        <a:xfrm>
          <a:off x="1249118" y="3403377"/>
          <a:ext cx="1960976" cy="7165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hu-HU" sz="1400" kern="1200" noProof="1">
              <a:latin typeface="Calibri Light" panose="020F0302020204030204"/>
            </a:rPr>
            <a:t>Október</a:t>
          </a:r>
          <a:endParaRPr lang="hu-HU" sz="1400" kern="1200" noProof="1"/>
        </a:p>
      </dsp:txBody>
      <dsp:txXfrm>
        <a:off x="1249118" y="3403377"/>
        <a:ext cx="1960976" cy="716500"/>
      </dsp:txXfrm>
    </dsp:sp>
    <dsp:sp modelId="{FBE1782C-9F58-4D7E-AEA6-D4DB7E57F7C5}">
      <dsp:nvSpPr>
        <dsp:cNvPr id="0" name=""/>
        <dsp:cNvSpPr/>
      </dsp:nvSpPr>
      <dsp:spPr>
        <a:xfrm>
          <a:off x="1249118" y="4119878"/>
          <a:ext cx="1960976" cy="1240721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 noProof="1">
              <a:latin typeface="Aptos Narrow"/>
            </a:rPr>
            <a:t>Adatbázis és MongoDB kódbázis egyszerűsítése a mongodb-react-app-ban, valamint a két alprojekt összevonása a full-react-app-ba.</a:t>
          </a:r>
        </a:p>
      </dsp:txBody>
      <dsp:txXfrm>
        <a:off x="1249118" y="4119878"/>
        <a:ext cx="1960976" cy="1240721"/>
      </dsp:txXfrm>
    </dsp:sp>
    <dsp:sp modelId="{34A55638-715B-48C4-8672-DB4AE5EA8A48}">
      <dsp:nvSpPr>
        <dsp:cNvPr id="0" name=""/>
        <dsp:cNvSpPr/>
      </dsp:nvSpPr>
      <dsp:spPr>
        <a:xfrm>
          <a:off x="2229607" y="2985418"/>
          <a:ext cx="0" cy="417958"/>
        </a:xfrm>
        <a:prstGeom prst="line">
          <a:avLst/>
        </a:pr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99F508-AC4D-4063-BBB6-5CB21F83B840}">
      <dsp:nvSpPr>
        <dsp:cNvPr id="0" name=""/>
        <dsp:cNvSpPr/>
      </dsp:nvSpPr>
      <dsp:spPr>
        <a:xfrm rot="2700000">
          <a:off x="1068973" y="2938976"/>
          <a:ext cx="92884" cy="9288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07BC28-8D83-42EB-BFD8-0DAF5FD54D04}">
      <dsp:nvSpPr>
        <dsp:cNvPr id="0" name=""/>
        <dsp:cNvSpPr/>
      </dsp:nvSpPr>
      <dsp:spPr>
        <a:xfrm rot="2700000">
          <a:off x="2183165" y="2938976"/>
          <a:ext cx="92884" cy="9288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FFA578-891A-46DB-A54B-1430D871B0D7}">
      <dsp:nvSpPr>
        <dsp:cNvPr id="0" name=""/>
        <dsp:cNvSpPr/>
      </dsp:nvSpPr>
      <dsp:spPr>
        <a:xfrm>
          <a:off x="2363310" y="1850959"/>
          <a:ext cx="1960976" cy="7165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hu-HU" sz="1400" b="0" kern="1200" noProof="1">
              <a:latin typeface="Calibri Light" panose="020F0302020204030204"/>
            </a:rPr>
            <a:t>November</a:t>
          </a:r>
        </a:p>
      </dsp:txBody>
      <dsp:txXfrm>
        <a:off x="2363310" y="1850959"/>
        <a:ext cx="1960976" cy="716500"/>
      </dsp:txXfrm>
    </dsp:sp>
    <dsp:sp modelId="{B6305513-60D0-4BA0-963A-CC862ABC6B29}">
      <dsp:nvSpPr>
        <dsp:cNvPr id="0" name=""/>
        <dsp:cNvSpPr/>
      </dsp:nvSpPr>
      <dsp:spPr>
        <a:xfrm>
          <a:off x="2363310" y="271859"/>
          <a:ext cx="1960976" cy="15791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b="0" kern="1200" noProof="1">
              <a:latin typeface="Aptos Narrow"/>
            </a:rPr>
            <a:t>Ikonok, SVG-k és stílusfrissítések, Tesseract.js integrálása, dokumentum- és képfordítás, reszponzív megjelenés, valamint Cloudinary alapú képtárolás és fordításmentés funkció.</a:t>
          </a:r>
          <a:endParaRPr lang="hu-HU" sz="1200" b="0" kern="1200" noProof="1">
            <a:latin typeface="Calibri Light" panose="020F0302020204030204"/>
          </a:endParaRPr>
        </a:p>
      </dsp:txBody>
      <dsp:txXfrm>
        <a:off x="2363310" y="271859"/>
        <a:ext cx="1960976" cy="1579100"/>
      </dsp:txXfrm>
    </dsp:sp>
    <dsp:sp modelId="{F1445077-BE56-48AF-B70F-EC27B62F32A1}">
      <dsp:nvSpPr>
        <dsp:cNvPr id="0" name=""/>
        <dsp:cNvSpPr/>
      </dsp:nvSpPr>
      <dsp:spPr>
        <a:xfrm>
          <a:off x="3343798" y="2567460"/>
          <a:ext cx="0" cy="417958"/>
        </a:xfrm>
        <a:prstGeom prst="line">
          <a:avLst/>
        </a:pr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B387D0-E0B9-4656-A739-2210F053237B}">
      <dsp:nvSpPr>
        <dsp:cNvPr id="0" name=""/>
        <dsp:cNvSpPr/>
      </dsp:nvSpPr>
      <dsp:spPr>
        <a:xfrm>
          <a:off x="3477501" y="3403377"/>
          <a:ext cx="1960976" cy="7165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hu-HU" sz="1400" kern="1200" noProof="1">
              <a:latin typeface="Calibri Light" panose="020F0302020204030204"/>
            </a:rPr>
            <a:t>December </a:t>
          </a:r>
          <a:endParaRPr lang="hu-HU" sz="1400" kern="1200" noProof="1"/>
        </a:p>
      </dsp:txBody>
      <dsp:txXfrm>
        <a:off x="3477501" y="3403377"/>
        <a:ext cx="1960976" cy="716500"/>
      </dsp:txXfrm>
    </dsp:sp>
    <dsp:sp modelId="{D77446D9-AC7B-4B7B-AEBB-80E92A2D9E2C}">
      <dsp:nvSpPr>
        <dsp:cNvPr id="0" name=""/>
        <dsp:cNvSpPr/>
      </dsp:nvSpPr>
      <dsp:spPr>
        <a:xfrm>
          <a:off x="3477501" y="4119878"/>
          <a:ext cx="1960976" cy="721874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 noProof="1">
              <a:latin typeface="Aptos Narrow"/>
            </a:rPr>
            <a:t>Stilisztikai változtatások, dokumentáció megkezdése</a:t>
          </a:r>
          <a:endParaRPr lang="hu-HU" sz="1200" kern="1200" noProof="1"/>
        </a:p>
      </dsp:txBody>
      <dsp:txXfrm>
        <a:off x="3477501" y="4119878"/>
        <a:ext cx="1960976" cy="721874"/>
      </dsp:txXfrm>
    </dsp:sp>
    <dsp:sp modelId="{16FB0E67-0523-4F7D-B697-A386DF9D94CC}">
      <dsp:nvSpPr>
        <dsp:cNvPr id="0" name=""/>
        <dsp:cNvSpPr/>
      </dsp:nvSpPr>
      <dsp:spPr>
        <a:xfrm>
          <a:off x="4457990" y="2985418"/>
          <a:ext cx="0" cy="417958"/>
        </a:xfrm>
        <a:prstGeom prst="line">
          <a:avLst/>
        </a:pr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6CC28D-9E86-4EAB-ACD9-BD098D5F02B3}">
      <dsp:nvSpPr>
        <dsp:cNvPr id="0" name=""/>
        <dsp:cNvSpPr/>
      </dsp:nvSpPr>
      <dsp:spPr>
        <a:xfrm rot="2700000">
          <a:off x="3297356" y="2938976"/>
          <a:ext cx="92884" cy="9288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FCE74F-7768-48C2-A825-B483FAE02342}">
      <dsp:nvSpPr>
        <dsp:cNvPr id="0" name=""/>
        <dsp:cNvSpPr/>
      </dsp:nvSpPr>
      <dsp:spPr>
        <a:xfrm rot="2700000">
          <a:off x="4411548" y="2938976"/>
          <a:ext cx="92884" cy="9288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37D8F2-3CCA-4817-8275-8E43AEA85AEC}">
      <dsp:nvSpPr>
        <dsp:cNvPr id="0" name=""/>
        <dsp:cNvSpPr/>
      </dsp:nvSpPr>
      <dsp:spPr>
        <a:xfrm>
          <a:off x="4591693" y="1850959"/>
          <a:ext cx="1960976" cy="7165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hu-HU" sz="1400" b="0" kern="1200" noProof="1">
              <a:latin typeface="Calibri Light" panose="020F0302020204030204"/>
            </a:rPr>
            <a:t>Január</a:t>
          </a:r>
          <a:endParaRPr lang="hu-HU" sz="1400" kern="1200" noProof="1">
            <a:latin typeface="Calibri Light" panose="020F0302020204030204"/>
          </a:endParaRPr>
        </a:p>
      </dsp:txBody>
      <dsp:txXfrm>
        <a:off x="4591693" y="1850959"/>
        <a:ext cx="1960976" cy="716500"/>
      </dsp:txXfrm>
    </dsp:sp>
    <dsp:sp modelId="{2DD2A1B0-1DC4-4B57-9026-298DBE7AB8ED}">
      <dsp:nvSpPr>
        <dsp:cNvPr id="0" name=""/>
        <dsp:cNvSpPr/>
      </dsp:nvSpPr>
      <dsp:spPr>
        <a:xfrm>
          <a:off x="4591693" y="610238"/>
          <a:ext cx="1960976" cy="1240721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b="0" kern="1200" noProof="1">
              <a:latin typeface="Aptos Narrow"/>
              <a:ea typeface="Calibri Light"/>
              <a:cs typeface="Calibri Light"/>
            </a:rPr>
            <a:t>Előfizetés-rendszer, stilisztikai változtatások, valamint kisebb javítások. Dokumentáció további írása TeX és Org Mode szoftverekben.</a:t>
          </a:r>
          <a:endParaRPr lang="hu-HU" sz="1200" b="0" kern="1200" noProof="1">
            <a:latin typeface="Calibri Light"/>
            <a:ea typeface="Calibri Light"/>
            <a:cs typeface="Calibri Light"/>
          </a:endParaRPr>
        </a:p>
      </dsp:txBody>
      <dsp:txXfrm>
        <a:off x="4591693" y="610238"/>
        <a:ext cx="1960976" cy="1240721"/>
      </dsp:txXfrm>
    </dsp:sp>
    <dsp:sp modelId="{82FFC1DD-37E7-4B2A-B67D-A6D2A2BFA1F2}">
      <dsp:nvSpPr>
        <dsp:cNvPr id="0" name=""/>
        <dsp:cNvSpPr/>
      </dsp:nvSpPr>
      <dsp:spPr>
        <a:xfrm>
          <a:off x="5572181" y="2567460"/>
          <a:ext cx="0" cy="417958"/>
        </a:xfrm>
        <a:prstGeom prst="line">
          <a:avLst/>
        </a:pr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E7EE14-5C11-4B54-ADF5-E37C2202E50A}">
      <dsp:nvSpPr>
        <dsp:cNvPr id="0" name=""/>
        <dsp:cNvSpPr/>
      </dsp:nvSpPr>
      <dsp:spPr>
        <a:xfrm>
          <a:off x="5705884" y="3403377"/>
          <a:ext cx="1960976" cy="7165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hu-HU" sz="1400" b="0" kern="1200" noProof="1">
              <a:latin typeface="Calibri Light" panose="020F0302020204030204"/>
            </a:rPr>
            <a:t>Február</a:t>
          </a:r>
        </a:p>
      </dsp:txBody>
      <dsp:txXfrm>
        <a:off x="5705884" y="3403377"/>
        <a:ext cx="1960976" cy="716500"/>
      </dsp:txXfrm>
    </dsp:sp>
    <dsp:sp modelId="{6679185C-DF70-4BD9-84DF-940262944117}">
      <dsp:nvSpPr>
        <dsp:cNvPr id="0" name=""/>
        <dsp:cNvSpPr/>
      </dsp:nvSpPr>
      <dsp:spPr>
        <a:xfrm>
          <a:off x="5705884" y="4119878"/>
          <a:ext cx="1960976" cy="744432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b="0" kern="1200" noProof="1">
              <a:latin typeface="Aptos Narrow"/>
            </a:rPr>
            <a:t>További ötletelések, dokumentáció és prezentáció alakítása</a:t>
          </a:r>
          <a:endParaRPr lang="hu-HU" sz="1200" b="0" kern="1200" noProof="1">
            <a:latin typeface="Calibri Light" panose="020F0302020204030204"/>
          </a:endParaRPr>
        </a:p>
      </dsp:txBody>
      <dsp:txXfrm>
        <a:off x="5705884" y="4119878"/>
        <a:ext cx="1960976" cy="744432"/>
      </dsp:txXfrm>
    </dsp:sp>
    <dsp:sp modelId="{A6FC8E5A-9C7B-437D-B833-5B885B068BFE}">
      <dsp:nvSpPr>
        <dsp:cNvPr id="0" name=""/>
        <dsp:cNvSpPr/>
      </dsp:nvSpPr>
      <dsp:spPr>
        <a:xfrm>
          <a:off x="6686373" y="2985418"/>
          <a:ext cx="0" cy="417958"/>
        </a:xfrm>
        <a:prstGeom prst="line">
          <a:avLst/>
        </a:pr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CCA39E-CFD7-4609-B62D-70A957A88296}">
      <dsp:nvSpPr>
        <dsp:cNvPr id="0" name=""/>
        <dsp:cNvSpPr/>
      </dsp:nvSpPr>
      <dsp:spPr>
        <a:xfrm rot="2700000">
          <a:off x="5525739" y="2938976"/>
          <a:ext cx="92884" cy="9288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0267F1-6BF8-4ACE-BBFE-53EF20B27CA1}">
      <dsp:nvSpPr>
        <dsp:cNvPr id="0" name=""/>
        <dsp:cNvSpPr/>
      </dsp:nvSpPr>
      <dsp:spPr>
        <a:xfrm rot="2700000">
          <a:off x="6639930" y="2938976"/>
          <a:ext cx="92884" cy="9288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86071B-0FC6-4CCC-A045-BF8B9C41D977}">
      <dsp:nvSpPr>
        <dsp:cNvPr id="0" name=""/>
        <dsp:cNvSpPr/>
      </dsp:nvSpPr>
      <dsp:spPr>
        <a:xfrm>
          <a:off x="6820076" y="1850959"/>
          <a:ext cx="1960976" cy="7165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hu-HU" sz="1400" b="0" kern="1200" noProof="1">
              <a:latin typeface="Aptos Narrow"/>
            </a:rPr>
            <a:t>Március</a:t>
          </a:r>
        </a:p>
      </dsp:txBody>
      <dsp:txXfrm>
        <a:off x="6820076" y="1850959"/>
        <a:ext cx="1960976" cy="716500"/>
      </dsp:txXfrm>
    </dsp:sp>
    <dsp:sp modelId="{FA3600A5-7178-40A5-875B-E84BABA15395}">
      <dsp:nvSpPr>
        <dsp:cNvPr id="0" name=""/>
        <dsp:cNvSpPr/>
      </dsp:nvSpPr>
      <dsp:spPr>
        <a:xfrm>
          <a:off x="6820076" y="948616"/>
          <a:ext cx="1960976" cy="902342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b="0" kern="1200" noProof="1">
              <a:latin typeface="Aptos Narrow"/>
            </a:rPr>
            <a:t>Weboldal optimalizálása, tesztelése, hibák javítása, profil rész fejlesztése</a:t>
          </a:r>
        </a:p>
      </dsp:txBody>
      <dsp:txXfrm>
        <a:off x="6820076" y="948616"/>
        <a:ext cx="1960976" cy="902342"/>
      </dsp:txXfrm>
    </dsp:sp>
    <dsp:sp modelId="{468FBA62-2062-4444-966B-403C95C2136C}">
      <dsp:nvSpPr>
        <dsp:cNvPr id="0" name=""/>
        <dsp:cNvSpPr/>
      </dsp:nvSpPr>
      <dsp:spPr>
        <a:xfrm>
          <a:off x="7800564" y="2567460"/>
          <a:ext cx="0" cy="417958"/>
        </a:xfrm>
        <a:prstGeom prst="line">
          <a:avLst/>
        </a:pr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284E93-BC9D-47D6-AEB4-A2BA5717CAA0}">
      <dsp:nvSpPr>
        <dsp:cNvPr id="0" name=""/>
        <dsp:cNvSpPr/>
      </dsp:nvSpPr>
      <dsp:spPr>
        <a:xfrm>
          <a:off x="7934267" y="3403377"/>
          <a:ext cx="1960976" cy="7165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hu-HU" sz="1400" b="0" kern="1200" noProof="1">
              <a:latin typeface="Aptos Narrow"/>
            </a:rPr>
            <a:t>Április</a:t>
          </a:r>
        </a:p>
      </dsp:txBody>
      <dsp:txXfrm>
        <a:off x="7934267" y="3403377"/>
        <a:ext cx="1960976" cy="716500"/>
      </dsp:txXfrm>
    </dsp:sp>
    <dsp:sp modelId="{E8825CB6-5533-4B72-BE30-1702947FC3DE}">
      <dsp:nvSpPr>
        <dsp:cNvPr id="0" name=""/>
        <dsp:cNvSpPr/>
      </dsp:nvSpPr>
      <dsp:spPr>
        <a:xfrm>
          <a:off x="7934267" y="4119878"/>
          <a:ext cx="1960976" cy="721874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b="0" kern="1200" noProof="1">
              <a:latin typeface="Aptos Narrow"/>
            </a:rPr>
            <a:t>Tesztelés, dokumentáció, alkalmazás befejezése</a:t>
          </a:r>
        </a:p>
      </dsp:txBody>
      <dsp:txXfrm>
        <a:off x="7934267" y="4119878"/>
        <a:ext cx="1960976" cy="721874"/>
      </dsp:txXfrm>
    </dsp:sp>
    <dsp:sp modelId="{86C305C5-3AAA-4751-812D-F81B140040C3}">
      <dsp:nvSpPr>
        <dsp:cNvPr id="0" name=""/>
        <dsp:cNvSpPr/>
      </dsp:nvSpPr>
      <dsp:spPr>
        <a:xfrm>
          <a:off x="8914756" y="2985418"/>
          <a:ext cx="0" cy="417958"/>
        </a:xfrm>
        <a:prstGeom prst="line">
          <a:avLst/>
        </a:pr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AD2BA2-A3B4-4C01-8B9D-314992998628}">
      <dsp:nvSpPr>
        <dsp:cNvPr id="0" name=""/>
        <dsp:cNvSpPr/>
      </dsp:nvSpPr>
      <dsp:spPr>
        <a:xfrm rot="2700000">
          <a:off x="7754122" y="2938976"/>
          <a:ext cx="92884" cy="9288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B9F022-98C7-4564-97A1-974D781281E0}">
      <dsp:nvSpPr>
        <dsp:cNvPr id="0" name=""/>
        <dsp:cNvSpPr/>
      </dsp:nvSpPr>
      <dsp:spPr>
        <a:xfrm rot="2700000">
          <a:off x="8868313" y="2938976"/>
          <a:ext cx="92884" cy="9288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EFBDB2-BC14-4E2E-8399-276BE0EFDB64}">
      <dsp:nvSpPr>
        <dsp:cNvPr id="0" name=""/>
        <dsp:cNvSpPr/>
      </dsp:nvSpPr>
      <dsp:spPr>
        <a:xfrm>
          <a:off x="0" y="0"/>
          <a:ext cx="5181332" cy="749808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400" kern="1200" noProof="1">
              <a:latin typeface="Aptos Narrow"/>
            </a:rPr>
            <a:t>Erősségek</a:t>
          </a:r>
          <a:endParaRPr lang="hu-HU" sz="3400" kern="1200" noProof="1"/>
        </a:p>
      </dsp:txBody>
      <dsp:txXfrm>
        <a:off x="0" y="0"/>
        <a:ext cx="5181332" cy="749808"/>
      </dsp:txXfrm>
    </dsp:sp>
    <dsp:sp modelId="{CB6808DF-9652-4AA1-891F-B89C37A2BDBD}">
      <dsp:nvSpPr>
        <dsp:cNvPr id="0" name=""/>
        <dsp:cNvSpPr/>
      </dsp:nvSpPr>
      <dsp:spPr>
        <a:xfrm>
          <a:off x="0" y="749808"/>
          <a:ext cx="5181332" cy="157459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300" b="1" kern="1200" noProof="1">
              <a:latin typeface="Aptos Narrow"/>
              <a:ea typeface="Calibri"/>
              <a:cs typeface="Calibri"/>
            </a:rPr>
            <a:t>1.</a:t>
          </a:r>
          <a:r>
            <a:rPr lang="hu-HU" sz="1300" kern="1200" noProof="1">
              <a:latin typeface="Aptos Narrow"/>
              <a:ea typeface="Calibri"/>
              <a:cs typeface="Calibri"/>
            </a:rPr>
            <a:t> Szöveg, dokumentum és kép fordítását lehetővé teszi egyetlen felületen DeepL API segítségével biztosítva</a:t>
          </a:r>
          <a:br>
            <a:rPr lang="hu-HU" sz="1300" kern="1200" noProof="1">
              <a:latin typeface="Aptos Narrow"/>
              <a:ea typeface="Calibri"/>
              <a:cs typeface="Calibri"/>
            </a:rPr>
          </a:br>
          <a:r>
            <a:rPr lang="hu-HU" sz="1300" b="1" kern="1200" noProof="1">
              <a:latin typeface="Aptos Narrow"/>
              <a:ea typeface="Calibri"/>
              <a:cs typeface="Calibri"/>
            </a:rPr>
            <a:t>2.</a:t>
          </a:r>
          <a:r>
            <a:rPr lang="hu-HU" sz="1300" kern="1200" noProof="1">
              <a:latin typeface="Aptos Narrow"/>
              <a:ea typeface="Calibri"/>
              <a:cs typeface="Calibri"/>
            </a:rPr>
            <a:t> A modern technológiai háttér – React 18, Vite, Express és MongoDB – gyors és stabil működést biztosít.</a:t>
          </a:r>
          <a:br>
            <a:rPr lang="hu-HU" sz="1300" kern="1200" noProof="1">
              <a:solidFill>
                <a:srgbClr val="000000"/>
              </a:solidFill>
              <a:latin typeface="Aptos Narrow"/>
              <a:ea typeface="Calibri"/>
              <a:cs typeface="Calibri"/>
            </a:rPr>
          </a:br>
          <a:r>
            <a:rPr lang="hu-HU" sz="1300" b="1" kern="1200" noProof="1">
              <a:latin typeface="Aptos Narrow"/>
              <a:ea typeface="Calibri"/>
              <a:cs typeface="Calibri"/>
            </a:rPr>
            <a:t>3.</a:t>
          </a:r>
          <a:r>
            <a:rPr lang="hu-HU" sz="1300" kern="1200" noProof="1">
              <a:latin typeface="Aptos Narrow"/>
              <a:ea typeface="Calibri"/>
              <a:cs typeface="Calibri"/>
            </a:rPr>
            <a:t> Az alkalmazás többnyelvű fordítást, felhasználói profilkezelést, admin-és moderátorrendszert, valamint akadálymentesítési funkciókat kínál (hangos felolvasó)</a:t>
          </a:r>
          <a:br>
            <a:rPr lang="hu-HU" sz="1300" kern="1200" noProof="1">
              <a:latin typeface="Aptos Narrow"/>
              <a:ea typeface="Calibri"/>
              <a:cs typeface="Calibri"/>
            </a:rPr>
          </a:br>
          <a:r>
            <a:rPr lang="hu-HU" sz="1300" b="1" kern="1200" noProof="1">
              <a:latin typeface="Aptos Narrow"/>
              <a:ea typeface="Calibri"/>
              <a:cs typeface="Calibri"/>
            </a:rPr>
            <a:t>4.</a:t>
          </a:r>
          <a:r>
            <a:rPr lang="hu-HU" sz="1300" kern="1200" noProof="1">
              <a:latin typeface="Aptos Narrow"/>
              <a:ea typeface="Calibri"/>
              <a:cs typeface="Calibri"/>
            </a:rPr>
            <a:t> Fordítások mentése, exportálása</a:t>
          </a:r>
          <a:endParaRPr lang="hu-HU" sz="1300" kern="1200"/>
        </a:p>
      </dsp:txBody>
      <dsp:txXfrm>
        <a:off x="0" y="749808"/>
        <a:ext cx="5181332" cy="1574596"/>
      </dsp:txXfrm>
    </dsp:sp>
    <dsp:sp modelId="{D1EE74B2-89BE-49B1-ACE1-CF03B6555393}">
      <dsp:nvSpPr>
        <dsp:cNvPr id="0" name=""/>
        <dsp:cNvSpPr/>
      </dsp:nvSpPr>
      <dsp:spPr>
        <a:xfrm>
          <a:off x="0" y="2324404"/>
          <a:ext cx="5181332" cy="174955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39EAC9-4528-4E96-8C2B-975B082A805A}">
      <dsp:nvSpPr>
        <dsp:cNvPr id="0" name=""/>
        <dsp:cNvSpPr/>
      </dsp:nvSpPr>
      <dsp:spPr>
        <a:xfrm>
          <a:off x="0" y="0"/>
          <a:ext cx="5181331" cy="749808"/>
        </a:xfrm>
        <a:prstGeom prst="rect">
          <a:avLst/>
        </a:prstGeom>
        <a:solidFill>
          <a:schemeClr val="accent4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400" kern="1200" noProof="1">
              <a:solidFill>
                <a:schemeClr val="bg1"/>
              </a:solidFill>
              <a:latin typeface="Aptos Narrow"/>
            </a:rPr>
            <a:t>Gyengeségek</a:t>
          </a:r>
        </a:p>
      </dsp:txBody>
      <dsp:txXfrm>
        <a:off x="0" y="0"/>
        <a:ext cx="5181331" cy="749808"/>
      </dsp:txXfrm>
    </dsp:sp>
    <dsp:sp modelId="{3BC8CB36-B0E7-42B3-9690-38D978109C21}">
      <dsp:nvSpPr>
        <dsp:cNvPr id="0" name=""/>
        <dsp:cNvSpPr/>
      </dsp:nvSpPr>
      <dsp:spPr>
        <a:xfrm>
          <a:off x="0" y="749808"/>
          <a:ext cx="5181331" cy="157459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300" b="1" kern="1200" noProof="1">
              <a:solidFill>
                <a:schemeClr val="bg1"/>
              </a:solidFill>
              <a:latin typeface="Aptos Narrow"/>
              <a:ea typeface="Calibri"/>
              <a:cs typeface="Calibri"/>
            </a:rPr>
            <a:t> 1.</a:t>
          </a:r>
          <a:r>
            <a:rPr lang="hu-HU" sz="1300" kern="1200" noProof="1">
              <a:solidFill>
                <a:schemeClr val="bg1"/>
              </a:solidFill>
              <a:latin typeface="Aptos Narrow"/>
              <a:ea typeface="Calibri"/>
              <a:cs typeface="Calibri"/>
            </a:rPr>
            <a:t> biztonsági kockázatot jelent a localStorage-ben tárolt jelszó és egyéb adat, </a:t>
          </a:r>
          <a:br>
            <a:rPr lang="hu-HU" sz="1300" kern="1200" noProof="1">
              <a:solidFill>
                <a:schemeClr val="bg1"/>
              </a:solidFill>
              <a:latin typeface="Aptos Narrow"/>
              <a:ea typeface="Calibri"/>
              <a:cs typeface="Calibri"/>
            </a:rPr>
          </a:br>
          <a:r>
            <a:rPr lang="hu-HU" sz="1300" b="1" kern="1200" noProof="1">
              <a:solidFill>
                <a:schemeClr val="bg1"/>
              </a:solidFill>
              <a:latin typeface="Aptos Narrow"/>
              <a:ea typeface="Calibri"/>
              <a:cs typeface="Calibri"/>
            </a:rPr>
            <a:t>2. </a:t>
          </a:r>
          <a:r>
            <a:rPr lang="hu-HU" sz="1300" b="0" kern="1200" noProof="1">
              <a:solidFill>
                <a:schemeClr val="bg1"/>
              </a:solidFill>
              <a:latin typeface="Aptos Narrow"/>
              <a:ea typeface="Calibri"/>
              <a:cs typeface="Calibri"/>
            </a:rPr>
            <a:t>Bruteforceolt hackelések esetén a támadót nem tiltja a rendszer</a:t>
          </a:r>
          <a:endParaRPr lang="hu-HU" sz="1300" b="0" kern="1200" noProof="1">
            <a:latin typeface="Aptos Narrow"/>
            <a:ea typeface="Calibri"/>
            <a:cs typeface="Calibri"/>
          </a:endParaRPr>
        </a:p>
      </dsp:txBody>
      <dsp:txXfrm>
        <a:off x="0" y="749808"/>
        <a:ext cx="5181331" cy="1574596"/>
      </dsp:txXfrm>
    </dsp:sp>
    <dsp:sp modelId="{059C6688-CE6B-4424-9629-4B5B9BD64866}">
      <dsp:nvSpPr>
        <dsp:cNvPr id="0" name=""/>
        <dsp:cNvSpPr/>
      </dsp:nvSpPr>
      <dsp:spPr>
        <a:xfrm>
          <a:off x="0" y="2324404"/>
          <a:ext cx="5181331" cy="174955"/>
        </a:xfrm>
        <a:prstGeom prst="rect">
          <a:avLst/>
        </a:prstGeom>
        <a:solidFill>
          <a:schemeClr val="accent4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608748-0CA4-4ED6-BF04-41F07D80DA1C}">
      <dsp:nvSpPr>
        <dsp:cNvPr id="0" name=""/>
        <dsp:cNvSpPr/>
      </dsp:nvSpPr>
      <dsp:spPr>
        <a:xfrm>
          <a:off x="0" y="0"/>
          <a:ext cx="5181160" cy="750711"/>
        </a:xfrm>
        <a:prstGeom prst="rect">
          <a:avLst/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400" kern="1200" noProof="1">
              <a:latin typeface="Aptos Narrow"/>
            </a:rPr>
            <a:t>Lehetőségek</a:t>
          </a:r>
        </a:p>
      </dsp:txBody>
      <dsp:txXfrm>
        <a:off x="0" y="0"/>
        <a:ext cx="5181160" cy="750711"/>
      </dsp:txXfrm>
    </dsp:sp>
    <dsp:sp modelId="{08B2E8CF-146F-4014-A550-336B6C95F799}">
      <dsp:nvSpPr>
        <dsp:cNvPr id="0" name=""/>
        <dsp:cNvSpPr/>
      </dsp:nvSpPr>
      <dsp:spPr>
        <a:xfrm>
          <a:off x="0" y="750711"/>
          <a:ext cx="5181160" cy="157649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 noProof="1">
              <a:latin typeface="Aptos Narrow"/>
              <a:ea typeface="Calibri"/>
              <a:cs typeface="Calibri"/>
            </a:rPr>
            <a:t>1</a:t>
          </a:r>
          <a:r>
            <a:rPr lang="hu-HU" sz="1300" kern="1200" noProof="1">
              <a:latin typeface="Aptos Narrow"/>
              <a:ea typeface="Calibri"/>
              <a:cs typeface="Calibri"/>
            </a:rPr>
            <a:t>. mobilalkalmazás készítése React Native segítségével iOS és Android platformra,</a:t>
          </a:r>
          <a:br>
            <a:rPr lang="hu-HU" sz="1300" kern="1200" noProof="1">
              <a:latin typeface="Aptos Narrow"/>
              <a:ea typeface="Calibri"/>
              <a:cs typeface="Calibri"/>
            </a:rPr>
          </a:br>
          <a:r>
            <a:rPr lang="hu-HU" sz="1300" b="1" kern="1200" noProof="1">
              <a:latin typeface="Aptos Narrow"/>
              <a:ea typeface="Calibri"/>
              <a:cs typeface="Calibri"/>
            </a:rPr>
            <a:t>2.</a:t>
          </a:r>
          <a:r>
            <a:rPr lang="hu-HU" sz="1300" kern="1200" noProof="1">
              <a:latin typeface="Aptos Narrow"/>
              <a:ea typeface="Calibri"/>
              <a:cs typeface="Calibri"/>
            </a:rPr>
            <a:t> jövőbeni fejlesztések közé tartozhatnak az LLM integrálások (AI),</a:t>
          </a:r>
          <a:br>
            <a:rPr lang="hu-HU" sz="1300" kern="1200" noProof="1">
              <a:latin typeface="Aptos Narrow"/>
              <a:ea typeface="Calibri"/>
              <a:cs typeface="Calibri"/>
            </a:rPr>
          </a:br>
          <a:r>
            <a:rPr lang="hu-HU" sz="1300" b="1" kern="1200" noProof="1">
              <a:latin typeface="Aptos Narrow"/>
              <a:ea typeface="Calibri"/>
              <a:cs typeface="Calibri"/>
            </a:rPr>
            <a:t>3.</a:t>
          </a:r>
          <a:r>
            <a:rPr lang="hu-HU" sz="1300" kern="1200" noProof="1">
              <a:latin typeface="Aptos Narrow"/>
              <a:ea typeface="Calibri"/>
              <a:cs typeface="Calibri"/>
            </a:rPr>
            <a:t> vállalati integrációk, mint a Slack vagy a Microsoft Teams.</a:t>
          </a:r>
          <a:br>
            <a:rPr lang="hu-HU" sz="1300" kern="1200" noProof="1">
              <a:latin typeface="Aptos Narrow"/>
              <a:ea typeface="Calibri"/>
              <a:cs typeface="Calibri"/>
            </a:rPr>
          </a:br>
          <a:r>
            <a:rPr lang="hu-HU" sz="1300" kern="1200" noProof="1">
              <a:latin typeface="Aptos Narrow"/>
              <a:ea typeface="Calibri"/>
              <a:cs typeface="Calibri"/>
            </a:rPr>
            <a:t>4. Funkciók bővítése ügyvédi, bírósági, orvosi használatra </a:t>
          </a:r>
        </a:p>
      </dsp:txBody>
      <dsp:txXfrm>
        <a:off x="0" y="750711"/>
        <a:ext cx="5181160" cy="1576494"/>
      </dsp:txXfrm>
    </dsp:sp>
    <dsp:sp modelId="{A77D0E1A-AB86-4013-BF03-7950A0E3E1F6}">
      <dsp:nvSpPr>
        <dsp:cNvPr id="0" name=""/>
        <dsp:cNvSpPr/>
      </dsp:nvSpPr>
      <dsp:spPr>
        <a:xfrm>
          <a:off x="0" y="2327205"/>
          <a:ext cx="5181160" cy="175166"/>
        </a:xfrm>
        <a:prstGeom prst="rect">
          <a:avLst/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AC674B-280F-4294-987F-5504DFA5186C}">
      <dsp:nvSpPr>
        <dsp:cNvPr id="0" name=""/>
        <dsp:cNvSpPr/>
      </dsp:nvSpPr>
      <dsp:spPr>
        <a:xfrm>
          <a:off x="0" y="0"/>
          <a:ext cx="5179204" cy="751152"/>
        </a:xfrm>
        <a:prstGeom prst="rect">
          <a:avLst/>
        </a:prstGeom>
        <a:solidFill>
          <a:schemeClr val="accent5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400" kern="1200" noProof="1">
              <a:latin typeface="Aptos Narrow"/>
              <a:ea typeface="Calibri"/>
              <a:cs typeface="Calibri"/>
            </a:rPr>
            <a:t>Veszélyek </a:t>
          </a:r>
        </a:p>
      </dsp:txBody>
      <dsp:txXfrm>
        <a:off x="0" y="0"/>
        <a:ext cx="5179204" cy="751152"/>
      </dsp:txXfrm>
    </dsp:sp>
    <dsp:sp modelId="{AF4D6BE8-CFE0-4910-A85A-AF6B6165EE83}">
      <dsp:nvSpPr>
        <dsp:cNvPr id="0" name=""/>
        <dsp:cNvSpPr/>
      </dsp:nvSpPr>
      <dsp:spPr>
        <a:xfrm>
          <a:off x="0" y="751152"/>
          <a:ext cx="5179204" cy="157741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300" b="0" kern="1200" noProof="1">
              <a:latin typeface="Aptos Narrow"/>
              <a:ea typeface="Calibri"/>
              <a:cs typeface="Calibri"/>
            </a:rPr>
            <a:t>1. API-tól való függőség, </a:t>
          </a:r>
          <a:br>
            <a:rPr lang="hu-HU" sz="1300" b="0" kern="1200" noProof="1">
              <a:latin typeface="Aptos Narrow"/>
              <a:ea typeface="Calibri"/>
              <a:cs typeface="Calibri"/>
            </a:rPr>
          </a:br>
          <a:r>
            <a:rPr lang="hu-HU" sz="1300" b="0" kern="1200" noProof="1">
              <a:latin typeface="Aptos Narrow"/>
              <a:ea typeface="Calibri"/>
              <a:cs typeface="Calibri"/>
            </a:rPr>
            <a:t>2. adatvédelmi megfelelés </a:t>
          </a:r>
          <a:br>
            <a:rPr lang="hu-HU" sz="1300" b="0" kern="1200" noProof="1">
              <a:solidFill>
                <a:srgbClr val="000000"/>
              </a:solidFill>
              <a:latin typeface="Aptos Narrow"/>
              <a:ea typeface="Calibri"/>
              <a:cs typeface="Calibri"/>
            </a:rPr>
          </a:br>
          <a:r>
            <a:rPr lang="hu-HU" sz="1300" b="0" kern="1200" noProof="1">
              <a:latin typeface="Aptos Narrow"/>
              <a:ea typeface="Calibri"/>
              <a:cs typeface="Calibri"/>
            </a:rPr>
            <a:t>3. lehetséges licencdíjak és az üzemeltetési költségek, például a MongoDB fenntartása,</a:t>
          </a:r>
          <a:br>
            <a:rPr lang="hu-HU" sz="1300" b="0" kern="1200" noProof="1">
              <a:solidFill>
                <a:srgbClr val="000000"/>
              </a:solidFill>
              <a:latin typeface="Aptos Narrow"/>
              <a:ea typeface="Calibri"/>
              <a:cs typeface="Calibri"/>
            </a:rPr>
          </a:br>
          <a:r>
            <a:rPr lang="hu-HU" sz="1300" b="0" kern="1200" noProof="1">
              <a:latin typeface="Aptos Narrow"/>
              <a:ea typeface="Calibri"/>
              <a:cs typeface="Calibri"/>
            </a:rPr>
            <a:t>4. kihívást jelenthet a felhasználószerzés az erős versenytársak mellett (ha való életben használnánk)</a:t>
          </a:r>
          <a:endParaRPr lang="hu-HU" sz="1300" b="0" kern="1200" noProof="0">
            <a:latin typeface="Calibri Light"/>
            <a:ea typeface="Calibri Light"/>
            <a:cs typeface="Calibri Light"/>
          </a:endParaRPr>
        </a:p>
      </dsp:txBody>
      <dsp:txXfrm>
        <a:off x="0" y="751152"/>
        <a:ext cx="5179204" cy="1577419"/>
      </dsp:txXfrm>
    </dsp:sp>
    <dsp:sp modelId="{11BC8CB4-0E98-421B-8A51-843288E13913}">
      <dsp:nvSpPr>
        <dsp:cNvPr id="0" name=""/>
        <dsp:cNvSpPr/>
      </dsp:nvSpPr>
      <dsp:spPr>
        <a:xfrm>
          <a:off x="0" y="2328571"/>
          <a:ext cx="5179204" cy="175268"/>
        </a:xfrm>
        <a:prstGeom prst="rect">
          <a:avLst/>
        </a:prstGeom>
        <a:solidFill>
          <a:schemeClr val="accent5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7/3/layout/HorizontalLabelsTimeline">
  <dgm:title val="Horizontal Labels Timeline"/>
  <dgm:desc val="Use to show a list of events in chronological order. The rectangular shape contains the description while the date is shown immediately below. It can display a large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/>
    </dgm:constrLst>
    <dgm:layoutNode name="divider" styleLbl="fgAcc1">
      <dgm:alg type="sp"/>
      <dgm:shape xmlns:r="http://schemas.openxmlformats.org/officeDocument/2006/relationships" type="line" r:blip="" zOrderOff="-1">
        <dgm:adjLst/>
      </dgm:shap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hoose name="constrBasedOnChildrenCount">
        <dgm:if name="constrForTwoChildren" axis="ch" ptType="node" func="cnt" op="lte" val="2">
          <dgm:constrLst>
            <dgm:constr type="primFontSz" for="des" forName="L1TextContainer" val="20"/>
            <dgm:constr type="primFontSz" for="des" forName="L2TextContainer" refType="primFontSz" refFor="des" refForName="L1TextContainer" op="equ" fact="0.85"/>
            <dgm:constr type="w" for="ch" forName="composite" refType="w"/>
            <dgm:constr type="h" for="ch" forName="composite" refType="h"/>
            <dgm:constr type="w" for="ch" forName="spaceBetweenRectangles" refType="w" refFor="ch" refForName="composite" fact="0"/>
            <dgm:constr type="w" for="ch" ptType="sibTrans" op="equ"/>
            <dgm:constr type="primFontSz" for="des" forName="L1TextContainer" op="equ"/>
            <dgm:constr type="primFontSz" for="des" forName="L2TextContainer" op="equ"/>
          </dgm:constrLst>
        </dgm:if>
        <dgm:else name="constrForRest">
          <dgm:constrLst>
            <dgm:constr type="primFontSz" for="des" forName="L1TextContainer" val="20"/>
            <dgm:constr type="primFontSz" for="des" forName="L2TextContainer" refType="primFontSz" refFor="des" refForName="L1TextContainer" op="equ" fact="0.85"/>
            <dgm:constr type="w" for="ch" forName="composite" refType="w"/>
            <dgm:constr type="h" for="ch" forName="composite" refType="h"/>
            <dgm:constr type="w" for="ch" forName="spaceBetweenRectangles" refType="w" refFor="ch" refForName="composite" fact="-0.5"/>
            <dgm:constr type="w" for="ch" ptType="sibTrans" op="equ"/>
            <dgm:constr type="primFontSz" for="des" forName="L1TextContainer" op="equ"/>
            <dgm:constr type="primFontSz" for="des" forName="L2TextContainer" op="equ"/>
          </dgm:constrLst>
        </dgm:else>
      </dgm:choose>
      <dgm:forEach name="nodesForEach" axis="ch" ptType="node">
        <dgm:layoutNode name="composite">
          <dgm:alg type="composite"/>
          <dgm:shape xmlns:r="http://schemas.openxmlformats.org/officeDocument/2006/relationships" r:blip="">
            <dgm:adjLst/>
          </dgm:shape>
          <dgm:choose name="CaseForPlacingNodesAboveAndBelowDivider">
            <dgm:if name="CaseForPlacingNodeAboveDivider" axis="self" ptType="node" func="posOdd" op="equ" val="1">
              <dgm:constrLst>
                <dgm:constr type="w" for="ch" forName="L1TextContainer" refType="w" fact="0.88"/>
                <dgm:constr type="l" for="ch" forName="L1TextContainer" refType="w" fact="0.06"/>
                <dgm:constr type="h" for="ch" forName="L1TextContainer" refType="h" fact="0.12"/>
                <dgm:constr type="t" for="ch" forName="L1TextContainer" refType="h" fact="0.31"/>
                <dgm:constr type="w" for="ch" forName="L2TextContainerWrapper" refType="w" fact="0.88"/>
                <dgm:constr type="l" for="ch" forName="L2TextContainerWrapper" refType="w" fact="0.06"/>
                <dgm:constr type="h" for="ch" forName="L2TextContainerWrapper" refType="h" fact="0.31"/>
                <dgm:constr type="b" for="ch" forName="L2TextContainerWrapper" refType="h" fact="0.31"/>
                <dgm:constr type="w" for="ch" forName="ConnectLine"/>
                <dgm:constr type="ctrX" for="ch" forName="ConnectLine" refType="w" fact="0.5"/>
                <dgm:constr type="h" for="ch" forName="ConnectLine" refType="h" fact="0.07"/>
                <dgm:constr type="t" for="ch" forName="ConnectLine" refType="h" fact="0.43"/>
                <dgm:constr type="w" for="ch" forName="ConnectorPoint" refType="h" fact="0.022"/>
                <dgm:constr type="h" for="ch" forName="ConnectorPoint" refType="h" fact="0.022"/>
                <dgm:constr type="ctrX" for="ch" forName="ConnectorPoint" refType="w" fact="0.5"/>
                <dgm:constr type="ctrY" for="ch" forName="ConnectorPoint" refType="h" fact="0.5"/>
                <dgm:constr type="w" for="ch" forName="EmptyPlaceHolder" refType="w"/>
                <dgm:constr type="h" for="ch" forName="EmptyPlaceHolder" refType="h" fact="0.5"/>
                <dgm:constr type="t" for="ch" forName="EmptyPlaceHolder" refType="h" fact="0.5"/>
              </dgm:constrLst>
            </dgm:if>
            <dgm:else name="CaseForPlacingNodeBelowDivider">
              <dgm:constrLst>
                <dgm:constr type="w" for="ch" forName="L1TextContainer" refType="w" fact="0.88"/>
                <dgm:constr type="l" for="ch" forName="L1TextContainer" refType="w" fact="0.06"/>
                <dgm:constr type="h" for="ch" forName="L1TextContainer" refType="h" fact="0.12"/>
                <dgm:constr type="t" for="ch" forName="L1TextContainer" refType="h" fact="0.57"/>
                <dgm:constr type="w" for="ch" forName="L2TextContainerWrapper" refType="w" fact="0.88"/>
                <dgm:constr type="l" for="ch" forName="L2TextContainerWrapper" refType="w" fact="0.06"/>
                <dgm:constr type="h" for="ch" forName="L2TextContainerWrapper" refType="h" fact="0.31"/>
                <dgm:constr type="t" for="ch" forName="L2TextContainerWrapper" refType="h" fact="0.69"/>
                <dgm:constr type="w" for="ch" forName="ConnectLine"/>
                <dgm:constr type="ctrX" for="ch" forName="ConnectLine" refType="w" fact="0.5"/>
                <dgm:constr type="h" for="ch" forName="ConnectLine" refType="h" fact="0.07"/>
                <dgm:constr type="t" for="ch" forName="ConnectLine" refType="h" fact="0.5"/>
                <dgm:constr type="w" for="ch" forName="ConnectorPoint" refType="h" fact="0.022"/>
                <dgm:constr type="h" for="ch" forName="ConnectorPoint" refType="h" fact="0.022"/>
                <dgm:constr type="ctrX" for="ch" forName="ConnectorPoint" refType="w" fact="0.5"/>
                <dgm:constr type="ctrY" for="ch" forName="ConnectorPoint" refType="h" fact="0.5"/>
                <dgm:constr type="w" for="ch" forName="EmptyPlaceHolder" refType="w"/>
                <dgm:constr type="h" for="ch" forName="EmptyPlaceHolder" refType="h" fact="0.5"/>
                <dgm:constr type="t" for="ch" forName="EmptyPlaceHolder" refType="h" fact="0"/>
              </dgm:constrLst>
            </dgm:else>
          </dgm:choose>
          <dgm:layoutNode name="L1TextContainer" styleLbl="alignNode1">
            <dgm:varLst>
              <dgm:chMax val="1"/>
              <dgm:chPref val="1"/>
              <dgm:bulletEnabled val="1"/>
            </dgm:varLst>
            <dgm:alg type="tx">
              <dgm:param type="txAnchorVert" val="mid"/>
              <dgm:param type="parTxLTRAlign" val="ctr"/>
              <dgm:param type="parTxRTLAlign" val="ctr"/>
            </dgm:alg>
            <dgm:shape xmlns:r="http://schemas.openxmlformats.org/officeDocument/2006/relationships" type="rect" r:blip="">
              <dgm:adjLst/>
            </dgm:shape>
            <dgm:presOf axis="self"/>
            <dgm:constrLst>
              <dgm:constr type="tMarg" refType="primFontSz" fact="0.4"/>
              <dgm:constr type="bMarg" refType="primFontSz" fact="0.4"/>
              <dgm:constr type="lMarg" refType="primFontSz" fact="0.4"/>
              <dgm:constr type="rMarg" refType="primFontSz" fact="0.4"/>
            </dgm:constrLst>
            <dgm:ruleLst>
              <dgm:rule type="primFontSz" val="14" fact="NaN" max="NaN"/>
            </dgm:ruleLst>
          </dgm:layoutNode>
          <dgm:layoutNode name="L2TextContainerWrapper">
            <dgm:varLst>
              <dgm:bulletEnabled val="1"/>
            </dgm:varLst>
            <dgm:alg type="composite"/>
            <dgm:choose name="L2TextContainerConstr">
              <dgm:if name="CaseForPlacingL2TextContaineAboveDivider" axis="self" ptType="node" func="posOdd" op="equ" val="1">
                <dgm:constrLst>
                  <dgm:constr type="h" for="ch" forName="L2TextContainer" refType="h" fact="0.39"/>
                  <dgm:constr type="b" for="ch" forName="L2TextContainer" refType="h"/>
                  <dgm:constr type="h" for="ch" forName="FlexibleEmptyPlaceHolder" refType="h" fact="0.61"/>
                </dgm:constrLst>
              </dgm:if>
              <dgm:else name="CaseForPlacingL2TextContaineBelowDivider">
                <dgm:constrLst>
                  <dgm:constr type="h" for="ch" forName="L2TextContainer" refType="h" fact="0.39"/>
                  <dgm:constr type="h" for="ch" forName="FlexibleEmptyPlaceHolder" refType="h" fact="0.61"/>
                  <dgm:constr type="b" for="ch" forName="FlexibleEmptyPlaceHolder" refType="h"/>
                </dgm:constrLst>
              </dgm:else>
            </dgm:choose>
            <dgm:layoutNode name="L2TextContainer" styleLbl="bgAccFollowNode1" moveWith="L1TextContainer">
              <dgm:choose name="L2TextContainerAlgo">
                <dgm:if name="L2TextContainerAlgoLTR" func="var" arg="dir" op="equ" val="norm">
                  <dgm:alg type="tx">
                    <dgm:param type="txAnchorVert" val="mid"/>
                    <dgm:param type="parTxRTLAlign" val="l"/>
                    <dgm:param type="parTxLTRAlign" val="l"/>
                    <dgm:param type="txAnchorVertCh" val="mid"/>
                    <dgm:param type="shpTxRTLAlignCh" val="l"/>
                    <dgm:param type="shpTxLTRAlignCh" val="l"/>
                  </dgm:alg>
                </dgm:if>
                <dgm:else name="L2TextContainerAlgoRTL">
                  <dgm:alg type="tx">
                    <dgm:param type="txAnchorVert" val="mid"/>
                    <dgm:param type="parTxRTLAlign" val="r"/>
                    <dgm:param type="parTxLTRAlign" val="r"/>
                    <dgm:param type="txAnchorVertCh" val="mid"/>
                    <dgm:param type="shpTxRTLAlignCh" val="r"/>
                    <dgm:param type="shpTxLTRAlignCh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 fact="0.75"/>
                <dgm:constr type="bMarg" refType="primFontSz" fact="0.75"/>
                <dgm:constr type="lMarg" refType="primFontSz" fact="0.75"/>
                <dgm:constr type="rMarg" refType="primFontSz" fact="0.75"/>
              </dgm:constrLst>
              <dgm:ruleLst>
                <dgm:rule type="h" val="INF" fact="NaN" max="NaN"/>
                <dgm:rule type="primFontSz" val="12" fact="NaN" max="NaN"/>
                <dgm:rule type="secFontSz" val="10" fact="NaN" max="NaN"/>
              </dgm:ruleLst>
            </dgm:layoutNode>
            <dgm:layoutNode name="FlexibleEmptyPlaceHolder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</dgm:layoutNode>
          </dgm:layoutNode>
          <dgm:layoutNode name="ConnectLine" styleLbl="sibTrans1D1" moveWith="L1TextContainer">
            <dgm:alg type="sp"/>
            <dgm:shape xmlns:r="http://schemas.openxmlformats.org/officeDocument/2006/relationships" type="line" r:blip="">
              <dgm:adjLst/>
            </dgm:shape>
            <dgm:presOf/>
            <dgm:constrLst/>
          </dgm:layoutNode>
          <dgm:layoutNode name="ConnectorPoint" styleLbl="node1" moveWith="L1TextContainer">
            <dgm:alg type="sp"/>
            <dgm:shape xmlns:r="http://schemas.openxmlformats.org/officeDocument/2006/relationships" rot="45" type="rect" r:blip="" zOrderOff="10">
              <dgm:adjLst/>
              <dgm:extLst>
                <a:ext uri="{B698B0E9-8C71-41B9-8309-B3DCBF30829C}">
                  <dgm1612:spPr xmlns:dgm1612="http://schemas.microsoft.com/office/drawing/2016/12/diagram">
                    <a:ln w="6350"/>
                  </dgm1612:spPr>
                </a:ext>
              </dgm:extLst>
            </dgm:shape>
            <dgm:presOf/>
            <dgm:constrLst/>
          </dgm:layoutNode>
          <dgm:layoutNode name="EmptyPlaceHolder">
            <dgm:alg type="sp"/>
            <dgm:shape xmlns:r="http://schemas.openxmlformats.org/officeDocument/2006/relationships" r:blip="">
              <dgm:adjLst/>
            </dgm:shape>
            <dgm:presOf/>
            <dgm:constrLst/>
          </dgm:layoutNode>
        </dgm:layoutNode>
        <dgm:forEach name="Name28" axis="followSib" ptType="sibTrans" cnt="1">
          <dgm:layoutNode name="spaceBetweenRectangle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4806488-FD69-4859-AF32-ABDFB514A0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9FC4904-750D-4B1B-BBD4-0BF05357E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4517B1D-3DA2-463D-B1A9-3680439E3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5E08-B725-417C-BB85-43CE726595CB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E8FF37F-220F-4664-88D3-55FCA02DE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79E679A-E6E8-47B3-BD52-539034734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49D27-5DD6-40A4-AED7-4A0A756A123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56636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8AFBBD5-F49E-4E9D-AFF7-F56926AFC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263CEE4-EE07-4216-B9B3-B371C0A3E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9120BC8-B3D2-442F-8E24-5D2C3A10A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5E08-B725-417C-BB85-43CE726595CB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B53A763-3A63-4E07-B369-E102CBB67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D6FDBB9-3D63-4213-94F8-DB6F456DC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49D27-5DD6-40A4-AED7-4A0A756A123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05273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643308D-7DFF-427A-9E49-A92F65135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635AA2F-A207-405A-8FB5-325A81E49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E449488-1A6C-4487-A7CC-EE7058F71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5E08-B725-417C-BB85-43CE726595CB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75FDFE4-092C-426A-9F35-0BFDE3992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946D0C3-E9F8-48CB-809D-07C968F78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49D27-5DD6-40A4-AED7-4A0A756A123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16926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B7C432B-CB5F-41E9-AEF4-113AFD2AF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E0B3D78-2BE9-409E-BAA5-CA1F6880CA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AED1E47-D4F9-47F6-8FC8-2B6AAC4A6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0E7BE3A-E23C-410D-AC59-6B6B5C5B5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5E08-B725-417C-BB85-43CE726595CB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397AEDB-CB4C-4776-BD8D-1C3E14103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E215EEB-15A1-4AC7-A35F-2221D0BCA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49D27-5DD6-40A4-AED7-4A0A756A123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94040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FE6C8A5-7709-4B35-9535-A44DDB15B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2F323E9-AAA4-49BC-89A8-6D905C0B7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7FB1AE9-6FAF-4A4D-86B8-596BD5486A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03F24E8C-E712-44EF-BAC6-D967E088F7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4B0B4C63-32A4-46D1-9F9B-04CE9C3127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4B8734A5-CBF4-427E-B8A3-EAB27DF55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5E08-B725-417C-BB85-43CE726595CB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5B3C1A34-4F0A-429C-9BD1-2B1B49F0A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8349A0E4-4D22-4302-9BAC-070660A36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49D27-5DD6-40A4-AED7-4A0A756A123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63570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3B36A5F-B222-4AC1-BF0C-841A25E98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CD5B3D3B-2519-41A6-A40C-489E2E3A4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5E08-B725-417C-BB85-43CE726595CB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51DBB824-60D3-4A18-A176-4A4D5F940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50B91AD-42A8-418A-92CF-AC5E10352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49D27-5DD6-40A4-AED7-4A0A756A123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92646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CA9E3C95-B6EE-45B3-B2EE-F90960CC1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5E08-B725-417C-BB85-43CE726595CB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2E42DEED-8A0C-4DD3-B3DA-1475DCFC3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97BF4C0-7E39-48EA-BF0C-3389A1F12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49D27-5DD6-40A4-AED7-4A0A756A123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85087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DD69B0C-1386-4288-BDAB-A990CBE2A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BA820BA-E852-4B4E-A90F-45791490F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078E7DBD-B9CD-4F5E-8368-57BCF3610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AAB865E-B0C6-4530-8297-F6613D7EF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5E08-B725-417C-BB85-43CE726595CB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CFAE70A-7DD5-4B5C-B05F-A866B5727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B90A1A3-FA38-4DA8-8041-2AAFDF0E3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49D27-5DD6-40A4-AED7-4A0A756A123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2888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D5A0F1F-CB93-4A07-9CFD-6A94EF487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8615E8A7-5177-46F6-8039-6160EF7E11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BF9DC9DB-507C-4D57-918A-DC25403C38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30895EB-920D-4D5F-9004-8C26A0C95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5E08-B725-417C-BB85-43CE726595CB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5B52147-76A0-45B9-BE4C-B1C151BD8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C014CB1-30D3-426B-BD30-FC389ACDD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49D27-5DD6-40A4-AED7-4A0A756A123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33021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A877ADC-0961-4294-862F-F77775C31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586C8717-A005-4D70-9328-45B11FD709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A7239DA-FDF4-452E-A9C5-E09C3B87C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5E08-B725-417C-BB85-43CE726595CB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8233A2E-FE73-412E-A3AB-932C18365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7E1F320-9A84-44F3-9FDF-B64BF7D03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49D27-5DD6-40A4-AED7-4A0A756A123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43742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242FB3B8-57DB-4398-924E-F00F97800C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5E079AA9-D5B7-4E46-9397-25FBB414E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30B03E1-D05A-424C-ABB9-0284D78F1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5E08-B725-417C-BB85-43CE726595CB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E87E76A-D989-44E5-BC81-4945E44A4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F818604-EB8C-4634-9474-05E8D0854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49D27-5DD6-40A4-AED7-4A0A756A123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7450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FBCB36D0-5985-4E67-8B03-520F4107A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F133C39-0A99-4EA6-8C0F-B63F14830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A72C538-EFBE-4E48-8DA2-436CBF35C2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D5E08-B725-417C-BB85-43CE726595CB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6E00B31-96A4-4D7C-AAEE-1C659A0F11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63D0E2F-CC15-4846-A46F-B47202CC6E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749D27-5DD6-40A4-AED7-4A0A756A123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15582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13" Type="http://schemas.openxmlformats.org/officeDocument/2006/relationships/diagramLayout" Target="../diagrams/layout6.xml"/><Relationship Id="rId18" Type="http://schemas.openxmlformats.org/officeDocument/2006/relationships/diagramLayout" Target="../diagrams/layout7.xml"/><Relationship Id="rId3" Type="http://schemas.openxmlformats.org/officeDocument/2006/relationships/diagramLayout" Target="../diagrams/layout4.xml"/><Relationship Id="rId21" Type="http://schemas.microsoft.com/office/2007/relationships/diagramDrawing" Target="../diagrams/drawing7.xml"/><Relationship Id="rId7" Type="http://schemas.openxmlformats.org/officeDocument/2006/relationships/diagramData" Target="../diagrams/data5.xml"/><Relationship Id="rId12" Type="http://schemas.openxmlformats.org/officeDocument/2006/relationships/diagramData" Target="../diagrams/data6.xml"/><Relationship Id="rId17" Type="http://schemas.openxmlformats.org/officeDocument/2006/relationships/diagramData" Target="../diagrams/data7.xml"/><Relationship Id="rId2" Type="http://schemas.openxmlformats.org/officeDocument/2006/relationships/diagramData" Target="../diagrams/data4.xml"/><Relationship Id="rId16" Type="http://schemas.microsoft.com/office/2007/relationships/diagramDrawing" Target="../diagrams/drawing6.xml"/><Relationship Id="rId20" Type="http://schemas.openxmlformats.org/officeDocument/2006/relationships/diagramColors" Target="../diagrams/colors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5" Type="http://schemas.openxmlformats.org/officeDocument/2006/relationships/diagramColors" Target="../diagrams/colors6.xml"/><Relationship Id="rId10" Type="http://schemas.openxmlformats.org/officeDocument/2006/relationships/diagramColors" Target="../diagrams/colors5.xml"/><Relationship Id="rId19" Type="http://schemas.openxmlformats.org/officeDocument/2006/relationships/diagramQuickStyle" Target="../diagrams/quickStyle7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Relationship Id="rId14" Type="http://schemas.openxmlformats.org/officeDocument/2006/relationships/diagramQuickStyle" Target="../diagrams/quickStyle6.xml"/><Relationship Id="rId22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54425DB-61DF-4887-9117-6F296077B6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33615" y="2607388"/>
            <a:ext cx="5599109" cy="1147492"/>
          </a:xfrm>
        </p:spPr>
        <p:txBody>
          <a:bodyPr>
            <a:noAutofit/>
          </a:bodyPr>
          <a:lstStyle/>
          <a:p>
            <a:r>
              <a:rPr lang="hu-HU" sz="7200">
                <a:latin typeface="Aptos Narrow"/>
              </a:rPr>
              <a:t>Nudli Fordító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CD369B0-8D3E-4B8C-9EB0-701F474C4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33616" y="3677216"/>
            <a:ext cx="5561938" cy="15345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2800">
                <a:latin typeface="Aptos Narrow"/>
              </a:rPr>
              <a:t>Gyenes Béla, Jójárt Mátyás</a:t>
            </a:r>
          </a:p>
        </p:txBody>
      </p:sp>
      <p:sp>
        <p:nvSpPr>
          <p:cNvPr id="64" name="Arc 63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141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A670823-E4F8-4C73-BED1-C2419A0CA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pPr algn="ctr"/>
            <a:r>
              <a:rPr lang="hu-HU" sz="6000">
                <a:latin typeface="Aptos Narrow"/>
                <a:cs typeface="Times New Roman"/>
              </a:rPr>
              <a:t>Csapat, felelősségek</a:t>
            </a:r>
            <a:endParaRPr lang="hu-HU"/>
          </a:p>
        </p:txBody>
      </p:sp>
      <p:graphicFrame>
        <p:nvGraphicFramePr>
          <p:cNvPr id="12" name="Tartalom helye 2">
            <a:extLst>
              <a:ext uri="{FF2B5EF4-FFF2-40B4-BE49-F238E27FC236}">
                <a16:creationId xmlns:a16="http://schemas.microsoft.com/office/drawing/2014/main" id="{8F063502-A35F-6C52-5BAA-50353B5B2E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187324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4926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0" name="Rectangle 119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C7181E7-2D25-43A0-915F-708692BB6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388" y="946599"/>
            <a:ext cx="5425781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 noProof="1">
                <a:latin typeface="Aptos Narrow"/>
                <a:cs typeface="Times New Roman"/>
              </a:rPr>
              <a:t>Projektterv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8F989ED-BF6A-42E8-A2F5-077FD9FEC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388" y="3426274"/>
            <a:ext cx="5425781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 kern="1200" noProof="1">
                <a:latin typeface="Aptos Narrow"/>
              </a:rPr>
              <a:t>Szövegfordítás 30 nyelven; kép-illetve dokumentumfordítással</a:t>
            </a:r>
            <a:r>
              <a:rPr lang="en-US" sz="3200" noProof="1">
                <a:latin typeface="Aptos Narrow"/>
              </a:rPr>
              <a:t>, fordítások mentésével</a:t>
            </a:r>
            <a:endParaRPr lang="en-US" sz="3200" kern="1200" noProof="1">
              <a:latin typeface="Aptos Narrow"/>
            </a:endParaRPr>
          </a:p>
        </p:txBody>
      </p:sp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Block Arc 125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02394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8" name="Freeform: Shape 127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Freeform: Shape 131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4" name="Arc 133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626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50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ight Triangle 5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54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D502C7D-CE8C-41B8-8DD7-311804F3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913" y="2508197"/>
            <a:ext cx="3657307" cy="1665044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r"/>
            <a:r>
              <a:rPr lang="hu-HU" sz="4900">
                <a:latin typeface="Aptos Narrow"/>
                <a:cs typeface="Times New Roman"/>
              </a:rPr>
              <a:t>Weboldal további funkcióinak bemutatása</a:t>
            </a:r>
            <a:endParaRPr lang="hu-HU" sz="4900">
              <a:latin typeface="Aptos Narrow"/>
            </a:endParaRPr>
          </a:p>
        </p:txBody>
      </p:sp>
      <p:cxnSp>
        <p:nvCxnSpPr>
          <p:cNvPr id="68" name="Straight Connector 56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331902E-E06D-4157-B9B7-E9BAFC98A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9211" y="1648870"/>
            <a:ext cx="5409091" cy="3560260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hu-HU" b="0" i="0">
                <a:effectLst/>
                <a:latin typeface="Aptos Narrow"/>
              </a:rPr>
              <a:t>Applikációnk szöveg, dokumentum, illetve képfordításra képes egyaránt. Regisztrált felhasználóknak lehetőségük van fordítások mentésére is, azonban a mentések száma korlátozott, így előfizetés után lehetséges korlátlan mennyiségű fordításokat menteni.</a:t>
            </a:r>
            <a:endParaRPr lang="hu-HU">
              <a:latin typeface="Aptos Narrow"/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69107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Kép 22" descr="A képen zöld, levél, növény látható&#10;&#10;Lehet, hogy az AI által létrehozott tartalom helytelen.">
            <a:extLst>
              <a:ext uri="{FF2B5EF4-FFF2-40B4-BE49-F238E27FC236}">
                <a16:creationId xmlns:a16="http://schemas.microsoft.com/office/drawing/2014/main" id="{6D3D518C-D798-BED1-6DC5-2DB8449EF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080" y="2433320"/>
            <a:ext cx="1432560" cy="1432560"/>
          </a:xfrm>
          <a:prstGeom prst="rect">
            <a:avLst/>
          </a:prstGeom>
        </p:spPr>
      </p:pic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250A219-A9DE-443B-83B7-C3CACDF4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hu-HU" sz="5200" i="0">
                <a:effectLst/>
                <a:latin typeface="Aptos Narrow"/>
                <a:cs typeface="Times New Roman"/>
              </a:rPr>
              <a:t>Használt eszközök</a:t>
            </a:r>
            <a:endParaRPr lang="hu-HU" sz="5200">
              <a:latin typeface="Aptos Narrow"/>
            </a:endParaRP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86D166A6-24B5-FAA4-DAE5-FC8B867C3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6202698"/>
              </p:ext>
            </p:extLst>
          </p:nvPr>
        </p:nvGraphicFramePr>
        <p:xfrm>
          <a:off x="838200" y="168656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26428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DF0EA68-80F4-4CCE-9DCE-32C09B90F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734"/>
            <a:ext cx="10515600" cy="86093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hu-HU" b="1" i="0">
                <a:solidFill>
                  <a:srgbClr val="000000"/>
                </a:solidFill>
                <a:effectLst/>
                <a:latin typeface="Aptos Narrow"/>
              </a:rPr>
              <a:t>Idővonal</a:t>
            </a:r>
            <a:endParaRPr lang="hu-HU" b="1">
              <a:latin typeface="Aptos Narrow"/>
            </a:endParaRPr>
          </a:p>
        </p:txBody>
      </p:sp>
      <p:graphicFrame>
        <p:nvGraphicFramePr>
          <p:cNvPr id="1301" name="Diagram 1300">
            <a:extLst>
              <a:ext uri="{FF2B5EF4-FFF2-40B4-BE49-F238E27FC236}">
                <a16:creationId xmlns:a16="http://schemas.microsoft.com/office/drawing/2014/main" id="{4D5666A5-D229-14D6-7D99-14FB9D8183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2145690"/>
              </p:ext>
            </p:extLst>
          </p:nvPr>
        </p:nvGraphicFramePr>
        <p:xfrm>
          <a:off x="1082772" y="804979"/>
          <a:ext cx="10030172" cy="5970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0049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3DAD86CA-8235-409B-982B-5E7A033E2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F234FBA-3501-47B4-AE0C-AA4AFBC8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5EF893B-0491-416E-9D33-BADE96007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9FD761-6207-DB61-66A0-BBCDAA03EF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544"/>
          <a:stretch>
            <a:fillRect/>
          </a:stretch>
        </p:blipFill>
        <p:spPr>
          <a:xfrm>
            <a:off x="254330" y="259343"/>
            <a:ext cx="11762509" cy="5589341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69F4FF8-F8B0-4630-BA1B-0D8B324CD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953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89EC6AA-0C8D-CE33-1947-D99D6679B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anchor="ctr">
            <a:normAutofit/>
          </a:bodyPr>
          <a:lstStyle/>
          <a:p>
            <a:pPr algn="ctr"/>
            <a:r>
              <a:rPr lang="hu-HU" sz="4000" b="1" noProof="1">
                <a:latin typeface="Aptos Narrow"/>
                <a:ea typeface="Calibri Light"/>
                <a:cs typeface="Calibri Light"/>
              </a:rPr>
              <a:t>Admin panel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94FA7230-FA46-4866-F11E-1265C89CB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184" y="1450614"/>
            <a:ext cx="10175630" cy="767904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>
              <a:buNone/>
            </a:pPr>
            <a:r>
              <a:rPr lang="hu-HU" noProof="1">
                <a:latin typeface="Aptos Narrow"/>
                <a:cs typeface="Times New Roman"/>
              </a:rPr>
              <a:t>A weboldal adminjainak lehetősége van felhasználók tárolására, törlésére, valamint a jelszó módosítására.</a:t>
            </a:r>
            <a:endParaRPr lang="hu-HU" noProof="1">
              <a:latin typeface="Aptos Narrow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" name="Kép 2" descr="A képen szöveg, képernyőkép, Betűtípus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95985440-3981-6C7B-F55A-34AFD8D82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488" y="2389473"/>
            <a:ext cx="7852317" cy="417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71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C0F86A-2823-61AE-E46D-F55B297C0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40149D9-73E7-7809-7CDD-BA20A80A0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78376F8-7373-B87F-7C14-43DF1DBE5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099" y="392998"/>
            <a:ext cx="9079800" cy="608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821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777E57D-6A88-4B5B-A068-2BA7FF4E8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336458E-BA67-2069-F3B4-B2AC0E3D1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02920"/>
            <a:ext cx="10509504" cy="1975104"/>
          </a:xfrm>
        </p:spPr>
        <p:txBody>
          <a:bodyPr anchor="b">
            <a:normAutofit/>
          </a:bodyPr>
          <a:lstStyle/>
          <a:p>
            <a:r>
              <a:rPr lang="hu-HU" sz="5400">
                <a:latin typeface="Aptos Narrow"/>
                <a:ea typeface="Calibri Light"/>
                <a:cs typeface="Calibri Light"/>
              </a:rPr>
              <a:t>Jelszavak titkosítása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289407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9469EB1-C067-87FD-AEC9-485E7E1ED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328416"/>
            <a:ext cx="10509504" cy="27157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u-HU" sz="3200">
                <a:latin typeface="Aptos Narrow"/>
                <a:ea typeface="+mn-lt"/>
                <a:cs typeface="+mn-lt"/>
              </a:rPr>
              <a:t>Új felhasználó létrehozásakor a jelszó automatikusan titkosításra kerül, ezzel biztosítva a felhasználói adatok védelmét. A titkosításhoz a bcrypt csomagot használjuk, amely a </a:t>
            </a:r>
            <a:r>
              <a:rPr lang="hu-HU" sz="3200" err="1">
                <a:latin typeface="Aptos Narrow"/>
                <a:ea typeface="+mn-lt"/>
                <a:cs typeface="+mn-lt"/>
              </a:rPr>
              <a:t>Blowfish</a:t>
            </a:r>
            <a:r>
              <a:rPr lang="hu-HU" sz="3200">
                <a:latin typeface="Aptos Narrow"/>
                <a:ea typeface="+mn-lt"/>
                <a:cs typeface="+mn-lt"/>
              </a:rPr>
              <a:t> titkosítási eljáráson alapul.</a:t>
            </a:r>
            <a:endParaRPr lang="hu-HU" sz="3200">
              <a:latin typeface="Aptos Narrow"/>
            </a:endParaRPr>
          </a:p>
        </p:txBody>
      </p:sp>
    </p:spTree>
    <p:extLst>
      <p:ext uri="{BB962C8B-B14F-4D97-AF65-F5344CB8AC3E}">
        <p14:creationId xmlns:p14="http://schemas.microsoft.com/office/powerpoint/2010/main" val="444204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22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B54D805-88D0-4010-BB87-ADBB14C5F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600" i="0" noProof="1">
                <a:effectLst/>
                <a:latin typeface="Aptos Narrow"/>
              </a:rPr>
              <a:t>Bejelentkezés </a:t>
            </a:r>
            <a:r>
              <a:rPr lang="en-US" sz="4600" noProof="1">
                <a:latin typeface="Aptos Narrow"/>
              </a:rPr>
              <a:t>és</a:t>
            </a:r>
            <a:r>
              <a:rPr lang="en-US" sz="4600" i="0" noProof="1">
                <a:effectLst/>
                <a:latin typeface="Aptos Narrow"/>
              </a:rPr>
              <a:t> regisztráció</a:t>
            </a:r>
            <a:endParaRPr lang="en-US" sz="4600" noProof="1">
              <a:latin typeface="Aptos Narrow"/>
            </a:endParaRP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Kép 4" descr="A képen szöveg, képernyőkép, Betűtípus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D246100F-7D25-31BE-1957-1C2DB2D33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115" y="2464649"/>
            <a:ext cx="4623228" cy="3926626"/>
          </a:xfrm>
          <a:prstGeom prst="rect">
            <a:avLst/>
          </a:prstGeom>
        </p:spPr>
      </p:pic>
      <p:pic>
        <p:nvPicPr>
          <p:cNvPr id="4" name="Kép 3" descr="A képen szöveg, képernyőkép, Betűtípus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FC2D8E0D-7ABA-C318-18F3-BF47781C3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175" y="2464649"/>
            <a:ext cx="4623135" cy="394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265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chemeClr val="accent2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D843BD6-701D-4C90-BEFB-235D09A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300" i="0" kern="1200" noProof="1">
                <a:solidFill>
                  <a:srgbClr val="FFFFFF"/>
                </a:solidFill>
                <a:effectLst/>
                <a:latin typeface="Aptos Narrow"/>
              </a:rPr>
              <a:t> Egyéb mellékoldalak</a:t>
            </a:r>
            <a:endParaRPr lang="en-US" sz="3300" kern="1200" noProof="1">
              <a:latin typeface="Aptos Narrow"/>
            </a:endParaRPr>
          </a:p>
        </p:txBody>
      </p:sp>
      <p:pic>
        <p:nvPicPr>
          <p:cNvPr id="3" name="Kép 2" descr="A képen szöveg, rajzfilm, tervezés, illusztráció látható&#10;&#10;Lehet, hogy az AI által létrehozott tartalom helytelen.">
            <a:extLst>
              <a:ext uri="{FF2B5EF4-FFF2-40B4-BE49-F238E27FC236}">
                <a16:creationId xmlns:a16="http://schemas.microsoft.com/office/drawing/2014/main" id="{23006886-7A33-A153-66A4-326D04181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683" y="1124415"/>
            <a:ext cx="5302757" cy="4237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336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71538D0-A26F-4420-A336-9953A6955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Profil oldal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Kép 2" descr="A képen szöveg, képernyőkép, Betűtípus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F5606E17-2CE8-8572-5AAA-B917DCC70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38" y="1885755"/>
            <a:ext cx="7608304" cy="3157446"/>
          </a:xfrm>
          <a:prstGeom prst="rect">
            <a:avLst/>
          </a:prstGeom>
        </p:spPr>
      </p:pic>
      <p:sp>
        <p:nvSpPr>
          <p:cNvPr id="78" name="Rectangle 77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664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4EFA643-16CF-0817-3806-4B473A8F1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58" y="936212"/>
            <a:ext cx="11457215" cy="497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991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34F970-3C1F-0C89-F7EA-02E0005C9548}"/>
              </a:ext>
            </a:extLst>
          </p:cNvPr>
          <p:cNvSpPr txBox="1"/>
          <p:nvPr/>
        </p:nvSpPr>
        <p:spPr>
          <a:xfrm>
            <a:off x="2035239" y="415516"/>
            <a:ext cx="731852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noProof="1">
                <a:latin typeface="Aptos Narrow"/>
                <a:ea typeface="Calibri"/>
                <a:cs typeface="Calibri"/>
              </a:rPr>
              <a:t>Példák a mentett fordításokról</a:t>
            </a:r>
            <a:endParaRPr lang="en-US" sz="3600" noProof="1">
              <a:latin typeface="Aptos Narrow"/>
            </a:endParaRPr>
          </a:p>
        </p:txBody>
      </p:sp>
      <p:pic>
        <p:nvPicPr>
          <p:cNvPr id="6" name="Kép 5" descr="A képen szöveg, képernyőkép, Betűtípus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ABB51295-46F7-2C56-E152-0ABD5132C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48" y="1335491"/>
            <a:ext cx="10775157" cy="5152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796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43BF17-43E2-231F-6500-5B2D122D4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452" y="70442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 noProof="1">
                <a:solidFill>
                  <a:schemeClr val="bg1"/>
                </a:solidFill>
                <a:latin typeface="Aptos Narrow"/>
              </a:rPr>
              <a:t>Előfizetés</a:t>
            </a:r>
            <a:r>
              <a:rPr lang="en-US" sz="4000" noProof="1">
                <a:solidFill>
                  <a:schemeClr val="bg1"/>
                </a:solidFill>
                <a:latin typeface="Aptos Narrow"/>
              </a:rPr>
              <a:t> lap</a:t>
            </a:r>
            <a:endParaRPr lang="en-US" sz="4000" kern="1200" noProof="1">
              <a:solidFill>
                <a:schemeClr val="bg1"/>
              </a:solidFill>
              <a:latin typeface="Aptos Narrow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9DFB333-C8A3-A8B1-DD8A-7008A4957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509" y="1665067"/>
            <a:ext cx="9859622" cy="4912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945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C3F43F77-DEE0-117F-6427-B8C187578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854" y="327949"/>
            <a:ext cx="8408293" cy="621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641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1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Kép 5" descr="A képen computer, szöveg, számítógép, irodaszerek látható&#10;&#10;Lehet, hogy az AI által létrehozott tartalom helytelen.">
            <a:extLst>
              <a:ext uri="{FF2B5EF4-FFF2-40B4-BE49-F238E27FC236}">
                <a16:creationId xmlns:a16="http://schemas.microsoft.com/office/drawing/2014/main" id="{DD73B3EF-C776-1173-94B4-3084B942E3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876"/>
          <a:stretch>
            <a:fillRect/>
          </a:stretch>
        </p:blipFill>
        <p:spPr>
          <a:xfrm>
            <a:off x="-232832" y="10"/>
            <a:ext cx="9669642" cy="6857990"/>
          </a:xfrm>
          <a:prstGeom prst="rect">
            <a:avLst/>
          </a:prstGeom>
        </p:spPr>
      </p:pic>
      <p:sp>
        <p:nvSpPr>
          <p:cNvPr id="45" name="Rectangle 1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A6AF4C1-93D9-4900-AEE1-12976494F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0943" y="497451"/>
            <a:ext cx="4076189" cy="14990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u-HU" sz="4800" noProof="1">
                <a:latin typeface="Aptos Narrow"/>
              </a:rPr>
              <a:t>Reszponzivitás minden kijelzőn</a:t>
            </a:r>
            <a:endParaRPr lang="hu-HU" sz="4800" noProof="1">
              <a:latin typeface="Aptos Narrow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768560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7F7C2A4-EECC-44D8-9280-4030DD193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i="0" noProof="1">
                <a:effectLst/>
                <a:latin typeface="Aptos Narrow"/>
              </a:rPr>
              <a:t>Tesztelés</a:t>
            </a:r>
            <a:r>
              <a:rPr lang="en-US" sz="3200" b="1" noProof="1">
                <a:latin typeface="Aptos Narrow"/>
              </a:rPr>
              <a:t> I.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zövegdoboz 3">
            <a:extLst>
              <a:ext uri="{FF2B5EF4-FFF2-40B4-BE49-F238E27FC236}">
                <a16:creationId xmlns:a16="http://schemas.microsoft.com/office/drawing/2014/main" id="{485C5F98-0766-871E-1A00-D2FF4B1335FB}"/>
              </a:ext>
            </a:extLst>
          </p:cNvPr>
          <p:cNvSpPr txBox="1"/>
          <p:nvPr/>
        </p:nvSpPr>
        <p:spPr>
          <a:xfrm>
            <a:off x="5250106" y="586822"/>
            <a:ext cx="6106742" cy="1645920"/>
          </a:xfrm>
          <a:prstGeom prst="rect">
            <a:avLst/>
          </a:prstGeom>
        </p:spPr>
        <p:txBody>
          <a:bodyPr rot="0" spcFirstLastPara="0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noProof="1">
                <a:latin typeface="Aptos Narrow"/>
              </a:rPr>
              <a:t>Applikációnk teszteléséhez Jest-et használtunk, mivel ez egy sokkal egyszerűbb, "könnyebb" tesztelési keretrendszer, mint társai. Alábbi képeken sikeres tesztet, valamint kódot láthatunk.</a:t>
            </a:r>
            <a:endParaRPr lang="hu-HU">
              <a:latin typeface="Aptos Narrow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5626AF-E054-9455-F023-96138FB02D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050"/>
          <a:stretch>
            <a:fillRect/>
          </a:stretch>
        </p:blipFill>
        <p:spPr>
          <a:xfrm>
            <a:off x="687121" y="2729397"/>
            <a:ext cx="5222832" cy="34838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53BE38-EE2C-E089-D06E-BC3240CA86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6" r="17084" b="-2"/>
          <a:stretch>
            <a:fillRect/>
          </a:stretch>
        </p:blipFill>
        <p:spPr>
          <a:xfrm>
            <a:off x="6348895" y="2729397"/>
            <a:ext cx="5222853" cy="34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2776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2A294F-B2F5-C09F-A646-A559726DF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12A8D7CD-362C-A568-0D03-272B352A0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ABC9C856-C380-29CE-6862-C8139AE49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279A624-620A-DC9C-1ADB-757CCD8A3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i="0" noProof="1">
                <a:effectLst/>
                <a:latin typeface="Aptos Narrow"/>
              </a:rPr>
              <a:t>Tesztelés</a:t>
            </a:r>
            <a:r>
              <a:rPr lang="en-US" sz="3200" b="1" noProof="1">
                <a:latin typeface="Aptos Narrow"/>
              </a:rPr>
              <a:t> II.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A349A9E-327A-0E3E-5BFE-1E7D548AE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45C47ED-CA4F-A548-6C70-DC5A40E90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zövegdoboz 3">
            <a:extLst>
              <a:ext uri="{FF2B5EF4-FFF2-40B4-BE49-F238E27FC236}">
                <a16:creationId xmlns:a16="http://schemas.microsoft.com/office/drawing/2014/main" id="{5FD5C01C-1722-2A69-ED77-9675E8446F7F}"/>
              </a:ext>
            </a:extLst>
          </p:cNvPr>
          <p:cNvSpPr txBox="1"/>
          <p:nvPr/>
        </p:nvSpPr>
        <p:spPr>
          <a:xfrm>
            <a:off x="5250106" y="586822"/>
            <a:ext cx="6106742" cy="1645920"/>
          </a:xfrm>
          <a:prstGeom prst="rect">
            <a:avLst/>
          </a:prstGeom>
        </p:spPr>
        <p:txBody>
          <a:bodyPr rot="0" spcFirstLastPara="0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noProof="1">
                <a:latin typeface="Aptos Narrow"/>
              </a:rPr>
              <a:t>Ha valami hiba történne frontend, valamint backend tesztelésekor, hibaüzenetet kapnánk.</a:t>
            </a:r>
          </a:p>
        </p:txBody>
      </p:sp>
      <p:pic>
        <p:nvPicPr>
          <p:cNvPr id="6" name="Kép 5" descr="A képen szöveg, Betűtípus, képernyőkép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244E33E4-6A22-DBC1-1EE2-526A6DB6A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832" y="3252152"/>
            <a:ext cx="8095615" cy="2487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533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E64A9ADA-3D4D-46E0-9976-3F83CFD6A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8574" y="1904857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hu-HU" b="1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hu-HU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2A962FA0-D620-DBF3-751A-77361F72C81B}"/>
              </a:ext>
            </a:extLst>
          </p:cNvPr>
          <p:cNvSpPr txBox="1"/>
          <p:nvPr/>
        </p:nvSpPr>
        <p:spPr>
          <a:xfrm>
            <a:off x="7256345" y="147551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hu-HU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80B9AFC-AB8A-79E8-758A-1AA9D9A8B7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2586524"/>
              </p:ext>
            </p:extLst>
          </p:nvPr>
        </p:nvGraphicFramePr>
        <p:xfrm>
          <a:off x="743291" y="1498346"/>
          <a:ext cx="5181332" cy="2499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45" name="Diagram 144">
            <a:extLst>
              <a:ext uri="{FF2B5EF4-FFF2-40B4-BE49-F238E27FC236}">
                <a16:creationId xmlns:a16="http://schemas.microsoft.com/office/drawing/2014/main" id="{8FAC396E-3CC7-DA8F-B438-EC84BBA025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6841277"/>
              </p:ext>
            </p:extLst>
          </p:nvPr>
        </p:nvGraphicFramePr>
        <p:xfrm>
          <a:off x="6419308" y="1498091"/>
          <a:ext cx="5181331" cy="2499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365" name="Diagram 364">
            <a:extLst>
              <a:ext uri="{FF2B5EF4-FFF2-40B4-BE49-F238E27FC236}">
                <a16:creationId xmlns:a16="http://schemas.microsoft.com/office/drawing/2014/main" id="{25DD0BF2-1A09-B701-828E-C01D53CF9E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3829792"/>
              </p:ext>
            </p:extLst>
          </p:nvPr>
        </p:nvGraphicFramePr>
        <p:xfrm>
          <a:off x="742220" y="4133220"/>
          <a:ext cx="5181160" cy="25023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447" name="Diagram 446">
            <a:extLst>
              <a:ext uri="{FF2B5EF4-FFF2-40B4-BE49-F238E27FC236}">
                <a16:creationId xmlns:a16="http://schemas.microsoft.com/office/drawing/2014/main" id="{03011C46-9D13-D550-5173-2A64E72D65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21400"/>
              </p:ext>
            </p:extLst>
          </p:nvPr>
        </p:nvGraphicFramePr>
        <p:xfrm>
          <a:off x="6418141" y="4137657"/>
          <a:ext cx="5179204" cy="2503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pic>
        <p:nvPicPr>
          <p:cNvPr id="1300" name="Kép 1299" descr="A képen szöveg, Betűtípus, Grafika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C6B78CA1-AC75-D9F4-31F9-930F4E8D718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091180" y="154305"/>
            <a:ext cx="5918200" cy="126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2883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1A8342-9868-082E-4CAD-F6BFBAB51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 err="1">
                <a:latin typeface="Aptos Narrow"/>
                <a:ea typeface="Calibri Light"/>
                <a:cs typeface="Calibri Light"/>
              </a:rPr>
              <a:t>Továbbfejlesztési</a:t>
            </a:r>
            <a:r>
              <a:rPr lang="en-US" sz="5400">
                <a:latin typeface="Aptos Narrow"/>
                <a:ea typeface="Calibri Light"/>
                <a:cs typeface="Calibri Light"/>
              </a:rPr>
              <a:t> </a:t>
            </a:r>
            <a:r>
              <a:rPr lang="en-US" sz="5400" err="1">
                <a:latin typeface="Aptos Narrow"/>
                <a:ea typeface="Calibri Light"/>
                <a:cs typeface="Calibri Light"/>
              </a:rPr>
              <a:t>célok</a:t>
            </a:r>
            <a:endParaRPr lang="en-US" sz="5400" err="1">
              <a:latin typeface="Aptos Narrow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FFE7F345-160D-9887-BFAE-D27E810E3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err="1">
                <a:latin typeface="Aptos Narrow"/>
                <a:ea typeface="Calibri"/>
                <a:cs typeface="Calibri"/>
              </a:rPr>
              <a:t>Mobilalkalmazás</a:t>
            </a:r>
            <a:r>
              <a:rPr lang="en-US" sz="2400">
                <a:latin typeface="Aptos Narrow"/>
                <a:ea typeface="Calibri"/>
                <a:cs typeface="Calibri"/>
              </a:rPr>
              <a:t> </a:t>
            </a:r>
            <a:r>
              <a:rPr lang="en-US" sz="2400" err="1">
                <a:latin typeface="Aptos Narrow"/>
                <a:ea typeface="Calibri"/>
                <a:cs typeface="Calibri"/>
              </a:rPr>
              <a:t>készítése</a:t>
            </a:r>
            <a:endParaRPr lang="en-US" sz="2400">
              <a:latin typeface="Aptos Narrow"/>
              <a:ea typeface="Calibri"/>
              <a:cs typeface="Calibri"/>
            </a:endParaRPr>
          </a:p>
          <a:p>
            <a:r>
              <a:rPr lang="en-US" sz="2400" err="1">
                <a:latin typeface="Aptos Narrow"/>
                <a:ea typeface="Calibri"/>
                <a:cs typeface="Calibri"/>
              </a:rPr>
              <a:t>Helyi</a:t>
            </a:r>
            <a:r>
              <a:rPr lang="en-US" sz="2400">
                <a:latin typeface="Aptos Narrow"/>
                <a:ea typeface="Calibri"/>
                <a:cs typeface="Calibri"/>
              </a:rPr>
              <a:t> LLM (AI) </a:t>
            </a:r>
            <a:r>
              <a:rPr lang="en-US" sz="2400" err="1">
                <a:latin typeface="Aptos Narrow"/>
                <a:ea typeface="Calibri"/>
                <a:cs typeface="Calibri"/>
              </a:rPr>
              <a:t>integrálása</a:t>
            </a:r>
            <a:endParaRPr lang="en-US" sz="2400">
              <a:latin typeface="Aptos Narrow"/>
              <a:ea typeface="Calibri"/>
              <a:cs typeface="Calibri"/>
            </a:endParaRPr>
          </a:p>
          <a:p>
            <a:r>
              <a:rPr lang="en-US" sz="2400" err="1">
                <a:latin typeface="Aptos Narrow"/>
                <a:ea typeface="Calibri"/>
                <a:cs typeface="Calibri"/>
              </a:rPr>
              <a:t>Funkciók</a:t>
            </a:r>
            <a:r>
              <a:rPr lang="en-US" sz="2400">
                <a:latin typeface="Aptos Narrow"/>
                <a:ea typeface="Calibri"/>
                <a:cs typeface="Calibri"/>
              </a:rPr>
              <a:t> </a:t>
            </a:r>
            <a:r>
              <a:rPr lang="en-US" sz="2400" err="1">
                <a:latin typeface="Aptos Narrow"/>
                <a:ea typeface="Calibri"/>
                <a:cs typeface="Calibri"/>
              </a:rPr>
              <a:t>bővítése</a:t>
            </a:r>
            <a:endParaRPr lang="en-US" sz="2400">
              <a:latin typeface="Aptos Narrow"/>
              <a:ea typeface="Calibri"/>
              <a:cs typeface="Calibri"/>
            </a:endParaRPr>
          </a:p>
          <a:p>
            <a:r>
              <a:rPr lang="en-US" sz="2400" err="1">
                <a:latin typeface="Aptos Narrow"/>
                <a:ea typeface="Calibri"/>
                <a:cs typeface="Calibri"/>
              </a:rPr>
              <a:t>Saját</a:t>
            </a:r>
            <a:r>
              <a:rPr lang="en-US" sz="2400">
                <a:latin typeface="Aptos Narrow"/>
                <a:ea typeface="Calibri"/>
                <a:cs typeface="Calibri"/>
              </a:rPr>
              <a:t>, SQL </a:t>
            </a:r>
            <a:r>
              <a:rPr lang="en-US" sz="2400" err="1">
                <a:latin typeface="Aptos Narrow"/>
                <a:ea typeface="Calibri"/>
                <a:cs typeface="Calibri"/>
              </a:rPr>
              <a:t>alapú</a:t>
            </a:r>
            <a:r>
              <a:rPr lang="en-US" sz="2400">
                <a:latin typeface="Aptos Narrow"/>
                <a:ea typeface="Calibri"/>
                <a:cs typeface="Calibri"/>
              </a:rPr>
              <a:t> </a:t>
            </a:r>
            <a:r>
              <a:rPr lang="en-US" sz="2400" err="1">
                <a:latin typeface="Aptos Narrow"/>
                <a:ea typeface="Calibri"/>
                <a:cs typeface="Calibri"/>
              </a:rPr>
              <a:t>adatbázis</a:t>
            </a:r>
            <a:r>
              <a:rPr lang="en-US" sz="2400">
                <a:latin typeface="Aptos Narrow"/>
                <a:ea typeface="Calibri"/>
                <a:cs typeface="Calibri"/>
              </a:rPr>
              <a:t> </a:t>
            </a:r>
            <a:r>
              <a:rPr lang="en-US" sz="2400" err="1">
                <a:latin typeface="Aptos Narrow"/>
                <a:ea typeface="Calibri"/>
                <a:cs typeface="Calibri"/>
              </a:rPr>
              <a:t>használata</a:t>
            </a:r>
            <a:r>
              <a:rPr lang="en-US" sz="2400">
                <a:latin typeface="Aptos Narrow"/>
                <a:ea typeface="Calibri"/>
                <a:cs typeface="Calibri"/>
              </a:rPr>
              <a:t> MongoDB </a:t>
            </a:r>
            <a:r>
              <a:rPr lang="en-US" sz="2400" err="1">
                <a:latin typeface="Aptos Narrow"/>
                <a:ea typeface="Calibri"/>
                <a:cs typeface="Calibri"/>
              </a:rPr>
              <a:t>helyett</a:t>
            </a:r>
            <a:endParaRPr lang="en-US" sz="2400">
              <a:latin typeface="Aptos Narrow"/>
              <a:ea typeface="Calibri"/>
              <a:cs typeface="Calibri"/>
            </a:endParaRPr>
          </a:p>
          <a:p>
            <a:r>
              <a:rPr lang="en-US" sz="2400" err="1">
                <a:latin typeface="Aptos Narrow"/>
                <a:ea typeface="Calibri"/>
                <a:cs typeface="Calibri"/>
              </a:rPr>
              <a:t>Vállalati</a:t>
            </a:r>
            <a:r>
              <a:rPr lang="en-US" sz="2400">
                <a:latin typeface="Aptos Narrow"/>
                <a:ea typeface="Calibri"/>
                <a:cs typeface="Calibri"/>
              </a:rPr>
              <a:t> </a:t>
            </a:r>
            <a:r>
              <a:rPr lang="en-US" sz="2400" err="1">
                <a:latin typeface="Aptos Narrow"/>
                <a:ea typeface="Calibri"/>
                <a:cs typeface="Calibri"/>
              </a:rPr>
              <a:t>integrációk</a:t>
            </a:r>
            <a:r>
              <a:rPr lang="en-US" sz="2400">
                <a:latin typeface="Aptos Narrow"/>
                <a:ea typeface="Calibri"/>
                <a:cs typeface="Calibri"/>
              </a:rPr>
              <a:t>, mint </a:t>
            </a:r>
            <a:r>
              <a:rPr lang="en-US" sz="2400" err="1">
                <a:latin typeface="Aptos Narrow"/>
                <a:ea typeface="Calibri"/>
                <a:cs typeface="Calibri"/>
              </a:rPr>
              <a:t>például</a:t>
            </a:r>
            <a:r>
              <a:rPr lang="en-US" sz="2400">
                <a:latin typeface="Aptos Narrow"/>
                <a:ea typeface="Calibri"/>
                <a:cs typeface="Calibri"/>
              </a:rPr>
              <a:t> Slack </a:t>
            </a:r>
            <a:r>
              <a:rPr lang="en-US" sz="2400" err="1">
                <a:latin typeface="Aptos Narrow"/>
                <a:ea typeface="Calibri"/>
                <a:cs typeface="Calibri"/>
              </a:rPr>
              <a:t>vagy</a:t>
            </a:r>
            <a:r>
              <a:rPr lang="en-US" sz="2400">
                <a:latin typeface="Aptos Narrow"/>
                <a:ea typeface="Calibri"/>
                <a:cs typeface="Calibri"/>
              </a:rPr>
              <a:t> Microsoft Teams</a:t>
            </a:r>
          </a:p>
          <a:p>
            <a:endParaRPr lang="en-US" sz="2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56688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7B9489A-5ACC-D908-87C8-9D3B474CF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8965" y="2320159"/>
            <a:ext cx="6204262" cy="2370086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r"/>
            <a:r>
              <a:rPr lang="en-US" sz="7200" noProof="1">
                <a:latin typeface="Aptos Narrow"/>
                <a:cs typeface="Times New Roman"/>
              </a:rPr>
              <a:t>Köszönjük a figyelmüket!</a:t>
            </a:r>
            <a:endParaRPr lang="en-US" sz="7200" kern="1200" noProof="1">
              <a:latin typeface="Aptos Narrow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48271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F11D9E2-613B-42A9-BDB8-6A945FF77E33}">
  <we:reference id="wa200005566" version="1.0.0.0" store="en-US" storeType="omex"/>
  <we:alternateReferences>
    <we:reference id="wa200005566" version="1.0.0.0" store="omex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540</Words>
  <Application>Microsoft Office PowerPoint</Application>
  <PresentationFormat>Szélesvásznú</PresentationFormat>
  <Paragraphs>64</Paragraphs>
  <Slides>23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23</vt:i4>
      </vt:variant>
    </vt:vector>
  </HeadingPairs>
  <TitlesOfParts>
    <vt:vector size="29" baseType="lpstr">
      <vt:lpstr>Aptos Narrow</vt:lpstr>
      <vt:lpstr>Arial</vt:lpstr>
      <vt:lpstr>Calibri</vt:lpstr>
      <vt:lpstr>Calibri Light</vt:lpstr>
      <vt:lpstr>Times New Roman</vt:lpstr>
      <vt:lpstr>Office-téma</vt:lpstr>
      <vt:lpstr>Nudli Fordító</vt:lpstr>
      <vt:lpstr>Csapat, felelősségek</vt:lpstr>
      <vt:lpstr>Projektterv</vt:lpstr>
      <vt:lpstr>Weboldal további funkcióinak bemutatása</vt:lpstr>
      <vt:lpstr>Használt eszközök</vt:lpstr>
      <vt:lpstr>Idővonal</vt:lpstr>
      <vt:lpstr>PowerPoint-bemutató</vt:lpstr>
      <vt:lpstr>Admin panel</vt:lpstr>
      <vt:lpstr>PowerPoint-bemutató</vt:lpstr>
      <vt:lpstr>Jelszavak titkosítása</vt:lpstr>
      <vt:lpstr>Bejelentkezés és regisztráció</vt:lpstr>
      <vt:lpstr> Egyéb mellékoldalak</vt:lpstr>
      <vt:lpstr>Profil oldal</vt:lpstr>
      <vt:lpstr>PowerPoint-bemutató</vt:lpstr>
      <vt:lpstr>PowerPoint-bemutató</vt:lpstr>
      <vt:lpstr>Előfizetés lap</vt:lpstr>
      <vt:lpstr>PowerPoint-bemutató</vt:lpstr>
      <vt:lpstr>PowerPoint-bemutató</vt:lpstr>
      <vt:lpstr>Tesztelés I.</vt:lpstr>
      <vt:lpstr>Tesztelés II.</vt:lpstr>
      <vt:lpstr>PowerPoint-bemutató</vt:lpstr>
      <vt:lpstr>Továbbfejlesztési célok</vt:lpstr>
      <vt:lpstr>Köszönjük a figyelmüket!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Nudli Fordító</dc:title>
  <dc:creator>jojart.matyas@szbiszeged.local</dc:creator>
  <cp:lastModifiedBy>Bodrogi Péter Róbert</cp:lastModifiedBy>
  <cp:revision>8</cp:revision>
  <dcterms:created xsi:type="dcterms:W3CDTF">2026-02-18T12:58:35Z</dcterms:created>
  <dcterms:modified xsi:type="dcterms:W3CDTF">2026-04-23T10:29:39Z</dcterms:modified>
</cp:coreProperties>
</file>